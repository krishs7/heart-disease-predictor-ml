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DM Sans Medium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  <p:embeddedFont>
      <p:font typeface="Merriweather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94DFDA-D007-44F9-83A8-F2A4F38CA099}">
  <a:tblStyle styleId="{2994DFDA-D007-44F9-83A8-F2A4F38CA0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44" Type="http://schemas.openxmlformats.org/officeDocument/2006/relationships/font" Target="fonts/Lato-regular.fntdata"/><Relationship Id="rId43" Type="http://schemas.openxmlformats.org/officeDocument/2006/relationships/font" Target="fonts/Montserrat-boldItalic.fntdata"/><Relationship Id="rId46" Type="http://schemas.openxmlformats.org/officeDocument/2006/relationships/font" Target="fonts/Lato-italic.fntdata"/><Relationship Id="rId45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erriweather-regular.fntdata"/><Relationship Id="rId47" Type="http://schemas.openxmlformats.org/officeDocument/2006/relationships/font" Target="fonts/Lato-boldItalic.fntdata"/><Relationship Id="rId49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DMSansMedium-bold.fntdata"/><Relationship Id="rId36" Type="http://schemas.openxmlformats.org/officeDocument/2006/relationships/font" Target="fonts/DMSansMedium-regular.fntdata"/><Relationship Id="rId39" Type="http://schemas.openxmlformats.org/officeDocument/2006/relationships/font" Target="fonts/DMSansMedium-boldItalic.fntdata"/><Relationship Id="rId38" Type="http://schemas.openxmlformats.org/officeDocument/2006/relationships/font" Target="fonts/DMSansMedium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erriweather-boldItalic.fntdata"/><Relationship Id="rId50" Type="http://schemas.openxmlformats.org/officeDocument/2006/relationships/font" Target="fonts/Merriweath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9e319896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9e319896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9e319896a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9e319896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9e319896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9e319896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a27351c5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a27351c5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9e319896a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19e319896a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9e319896a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19e319896a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9e319896a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9e319896a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acbb9e47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acbb9e47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acbb9e4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1acbb9e4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a27351c5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1a27351c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9e319896a_0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9e319896a_0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acbb9e47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1acbb9e47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acbb9e47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1acbb9e47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1acbb9e477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1acbb9e477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19e319896a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19e319896a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1a27351c5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1a27351c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1a27351c5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1a27351c5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1a27351c58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1a27351c5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1a4bdf6b8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1a4bdf6b8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1a4bdf6b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1a4bdf6b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1a27351c58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1a27351c58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1a4bdf6b8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1a4bdf6b8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1a4bdf6b8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1a4bdf6b8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1a4bdf6b8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1a4bdf6b8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1a4bdf6b8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1a4bdf6b8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1a4bdf6b84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1a4bdf6b84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1a4bdf6b84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1a4bdf6b84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1a4bdf6b84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1a4bdf6b84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1a4bdf6b84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1a4bdf6b84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>
  <p:cSld name="TITLE_1"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5" name="Google Shape;135;p1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_1">
    <p:bg>
      <p:bgPr>
        <a:solidFill>
          <a:schemeClr val="l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6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idx="4" type="body"/>
          </p:nvPr>
        </p:nvSpPr>
        <p:spPr>
          <a:xfrm>
            <a:off x="8208751" y="196725"/>
            <a:ext cx="8124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MM</a:t>
            </a:r>
            <a:r>
              <a:rPr lang="en"/>
              <a:t>.DD.YY</a:t>
            </a:r>
            <a:endParaRPr/>
          </a:p>
        </p:txBody>
      </p:sp>
      <p:sp>
        <p:nvSpPr>
          <p:cNvPr id="157" name="Google Shape;157;p17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3150"/>
              <a:t>Explaining - Heart Disease Prediction Using Hybrid Random Forest Model Integrated with Linear Model</a:t>
            </a:r>
            <a:endParaRPr sz="3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3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0"/>
          </a:p>
        </p:txBody>
      </p:sp>
      <p:sp>
        <p:nvSpPr>
          <p:cNvPr id="158" name="Google Shape;158;p17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Saikot Paul, Alby Thekkemuriyil, Karishab Sharma, Farzaan Rahim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Lorem Ipsum</a:t>
            </a:r>
            <a:endParaRPr/>
          </a:p>
        </p:txBody>
      </p:sp>
      <p:pic>
        <p:nvPicPr>
          <p:cNvPr descr="Blue and green wave pattern. " id="160" name="Google Shape;160;p17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97" l="0" r="0" t="797"/>
          <a:stretch/>
        </p:blipFill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16862" y="10689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Base Models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16848" y="1908500"/>
            <a:ext cx="8172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Proposed Model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16862" y="27479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Comparison of Results 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16862" y="35806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and Answers 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97379" y="10689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97379" y="19085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197379" y="27479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97379" y="35806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16862" y="10689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00FF00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Base Models</a:t>
            </a:r>
            <a:endParaRPr b="1" sz="3650">
              <a:solidFill>
                <a:srgbClr val="00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16848" y="1908500"/>
            <a:ext cx="8040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Proposed Model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16862" y="27479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Comparison of Results 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16862" y="35806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and Answers 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197379" y="10689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197379" y="19085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97379" y="27479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197379" y="35806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000050" y="2198550"/>
            <a:ext cx="7143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Logistic Regression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Logistic Regression </a:t>
            </a:r>
            <a:endParaRPr/>
          </a:p>
        </p:txBody>
      </p:sp>
      <p:grpSp>
        <p:nvGrpSpPr>
          <p:cNvPr id="200" name="Google Shape;200;p21"/>
          <p:cNvGrpSpPr/>
          <p:nvPr/>
        </p:nvGrpSpPr>
        <p:grpSpPr>
          <a:xfrm>
            <a:off x="906938" y="1258263"/>
            <a:ext cx="7330125" cy="2995500"/>
            <a:chOff x="906938" y="1258263"/>
            <a:chExt cx="7330125" cy="2995500"/>
          </a:xfrm>
        </p:grpSpPr>
        <p:sp>
          <p:nvSpPr>
            <p:cNvPr id="201" name="Google Shape;201;p21"/>
            <p:cNvSpPr txBox="1"/>
            <p:nvPr/>
          </p:nvSpPr>
          <p:spPr>
            <a:xfrm>
              <a:off x="906938" y="2072613"/>
              <a:ext cx="2277600" cy="1366800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Inputs </a:t>
              </a: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matrix</a:t>
              </a:r>
              <a:endPara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 x n </a:t>
              </a:r>
              <a:endPara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4275188" y="1258263"/>
              <a:ext cx="786900" cy="29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3944138" y="1389363"/>
              <a:ext cx="1449000" cy="2733300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Features </a:t>
              </a: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matrix</a:t>
              </a:r>
              <a:endPara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n x 1 </a:t>
              </a:r>
              <a:endPara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3391713" y="2491713"/>
              <a:ext cx="3798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x</a:t>
              </a:r>
              <a:endParaRPr b="1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5683788" y="2491713"/>
              <a:ext cx="3798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=</a:t>
              </a:r>
              <a:endParaRPr b="1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6464663" y="1389363"/>
              <a:ext cx="1772400" cy="2733300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Predictions</a:t>
              </a:r>
              <a:endPara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n x 1 </a:t>
              </a:r>
              <a:endPara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" type="subTitle"/>
          </p:nvPr>
        </p:nvSpPr>
        <p:spPr>
          <a:xfrm>
            <a:off x="216150" y="18910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Logistic Regression 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4275188" y="1250513"/>
            <a:ext cx="786900" cy="29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619525" y="1838363"/>
            <a:ext cx="2368800" cy="1819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Cost Function (Predictions, Results, Weights)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013" y="1558700"/>
            <a:ext cx="3777111" cy="237913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5920750" y="1923548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7" name="Google Shape;217;p22"/>
          <p:cNvCxnSpPr>
            <a:endCxn id="215" idx="1"/>
          </p:cNvCxnSpPr>
          <p:nvPr/>
        </p:nvCxnSpPr>
        <p:spPr>
          <a:xfrm>
            <a:off x="2988413" y="2748269"/>
            <a:ext cx="154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2"/>
          <p:cNvSpPr txBox="1"/>
          <p:nvPr/>
        </p:nvSpPr>
        <p:spPr>
          <a:xfrm>
            <a:off x="6134425" y="1740538"/>
            <a:ext cx="582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1F1F"/>
                </a:solidFill>
                <a:latin typeface="Lato"/>
                <a:ea typeface="Lato"/>
                <a:cs typeface="Lato"/>
                <a:sym typeface="Lato"/>
              </a:rPr>
              <a:t>Error</a:t>
            </a:r>
            <a:endParaRPr b="1" sz="1300">
              <a:solidFill>
                <a:srgbClr val="1F1F1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9" name="Google Shape;219;p22"/>
          <p:cNvCxnSpPr>
            <a:stCxn id="215" idx="2"/>
            <a:endCxn id="214" idx="2"/>
          </p:cNvCxnSpPr>
          <p:nvPr/>
        </p:nvCxnSpPr>
        <p:spPr>
          <a:xfrm flipH="1" rot="5400000">
            <a:off x="3975018" y="1487287"/>
            <a:ext cx="279600" cy="4621500"/>
          </a:xfrm>
          <a:prstGeom prst="curvedConnector3">
            <a:avLst>
              <a:gd fmla="val -8516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2"/>
          <p:cNvSpPr txBox="1"/>
          <p:nvPr/>
        </p:nvSpPr>
        <p:spPr>
          <a:xfrm>
            <a:off x="1144425" y="4246025"/>
            <a:ext cx="2601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 weights </a:t>
            </a: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matrix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23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Logistic Regression 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4275188" y="1250513"/>
            <a:ext cx="786900" cy="29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619525" y="1838363"/>
            <a:ext cx="2368800" cy="1819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Cost Function (Predictions, Results, Weights)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013" y="1558700"/>
            <a:ext cx="3777111" cy="237913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/>
        </p:nvSpPr>
        <p:spPr>
          <a:xfrm>
            <a:off x="5920750" y="1923548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6013450" y="3256600"/>
            <a:ext cx="1419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1F1F"/>
                </a:solidFill>
                <a:latin typeface="Lato"/>
                <a:ea typeface="Lato"/>
                <a:cs typeface="Lato"/>
                <a:sym typeface="Lato"/>
              </a:rPr>
              <a:t>Minimum</a:t>
            </a:r>
            <a:endParaRPr b="1" sz="2100">
              <a:solidFill>
                <a:srgbClr val="1F1F1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2" name="Google Shape;232;p23"/>
          <p:cNvCxnSpPr>
            <a:endCxn id="229" idx="1"/>
          </p:cNvCxnSpPr>
          <p:nvPr/>
        </p:nvCxnSpPr>
        <p:spPr>
          <a:xfrm>
            <a:off x="2988413" y="2748269"/>
            <a:ext cx="154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3"/>
          <p:cNvSpPr txBox="1"/>
          <p:nvPr/>
        </p:nvSpPr>
        <p:spPr>
          <a:xfrm>
            <a:off x="619525" y="844100"/>
            <a:ext cx="47136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GOAL: Minimize Cost function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4" name="Google Shape;234;p23"/>
          <p:cNvCxnSpPr>
            <a:stCxn id="230" idx="5"/>
            <a:endCxn id="235" idx="0"/>
          </p:cNvCxnSpPr>
          <p:nvPr/>
        </p:nvCxnSpPr>
        <p:spPr>
          <a:xfrm>
            <a:off x="6013446" y="2015988"/>
            <a:ext cx="95700" cy="30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p23"/>
          <p:cNvSpPr/>
          <p:nvPr/>
        </p:nvSpPr>
        <p:spPr>
          <a:xfrm>
            <a:off x="6054935" y="2325189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6065650" y="1632238"/>
            <a:ext cx="582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1F1F"/>
                </a:solidFill>
                <a:latin typeface="Lato"/>
                <a:ea typeface="Lato"/>
                <a:cs typeface="Lato"/>
                <a:sym typeface="Lato"/>
              </a:rPr>
              <a:t>Error</a:t>
            </a:r>
            <a:endParaRPr b="1" sz="1300">
              <a:solidFill>
                <a:srgbClr val="1F1F1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7" name="Google Shape;237;p23"/>
          <p:cNvCxnSpPr>
            <a:stCxn id="229" idx="2"/>
            <a:endCxn id="228" idx="2"/>
          </p:cNvCxnSpPr>
          <p:nvPr/>
        </p:nvCxnSpPr>
        <p:spPr>
          <a:xfrm flipH="1" rot="5400000">
            <a:off x="3975018" y="1487287"/>
            <a:ext cx="279600" cy="4621500"/>
          </a:xfrm>
          <a:prstGeom prst="curvedConnector3">
            <a:avLst>
              <a:gd fmla="val -8516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3"/>
          <p:cNvSpPr txBox="1"/>
          <p:nvPr/>
        </p:nvSpPr>
        <p:spPr>
          <a:xfrm>
            <a:off x="714375" y="4110425"/>
            <a:ext cx="2601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 weights matrix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6261250" y="3148298"/>
            <a:ext cx="108600" cy="108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Logistic Regression 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4275188" y="1250513"/>
            <a:ext cx="786900" cy="29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619525" y="1838363"/>
            <a:ext cx="2368800" cy="1819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Cost Function (Predictions, Results, Weights)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013" y="1558700"/>
            <a:ext cx="3777111" cy="237913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>
            <a:off x="5920750" y="1923548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0" name="Google Shape;250;p24"/>
          <p:cNvCxnSpPr>
            <a:endCxn id="248" idx="1"/>
          </p:cNvCxnSpPr>
          <p:nvPr/>
        </p:nvCxnSpPr>
        <p:spPr>
          <a:xfrm>
            <a:off x="2988413" y="2748269"/>
            <a:ext cx="154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4"/>
          <p:cNvSpPr txBox="1"/>
          <p:nvPr/>
        </p:nvSpPr>
        <p:spPr>
          <a:xfrm>
            <a:off x="619525" y="844100"/>
            <a:ext cx="47136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GOAL: Minimize Cost function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2" name="Google Shape;252;p24"/>
          <p:cNvCxnSpPr>
            <a:stCxn id="249" idx="5"/>
            <a:endCxn id="253" idx="0"/>
          </p:cNvCxnSpPr>
          <p:nvPr/>
        </p:nvCxnSpPr>
        <p:spPr>
          <a:xfrm>
            <a:off x="6013446" y="2015988"/>
            <a:ext cx="95700" cy="30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4"/>
          <p:cNvSpPr/>
          <p:nvPr/>
        </p:nvSpPr>
        <p:spPr>
          <a:xfrm>
            <a:off x="6054935" y="2325189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648775" y="2555141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5" name="Google Shape;255;p24"/>
          <p:cNvCxnSpPr>
            <a:stCxn id="253" idx="2"/>
            <a:endCxn id="254" idx="7"/>
          </p:cNvCxnSpPr>
          <p:nvPr/>
        </p:nvCxnSpPr>
        <p:spPr>
          <a:xfrm flipH="1">
            <a:off x="5741435" y="2379339"/>
            <a:ext cx="313500" cy="191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4"/>
          <p:cNvSpPr txBox="1"/>
          <p:nvPr/>
        </p:nvSpPr>
        <p:spPr>
          <a:xfrm>
            <a:off x="6065650" y="1632238"/>
            <a:ext cx="582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1F1F"/>
                </a:solidFill>
                <a:latin typeface="Lato"/>
                <a:ea typeface="Lato"/>
                <a:cs typeface="Lato"/>
                <a:sym typeface="Lato"/>
              </a:rPr>
              <a:t>Error</a:t>
            </a:r>
            <a:endParaRPr b="1" sz="1300">
              <a:solidFill>
                <a:srgbClr val="1F1F1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7" name="Google Shape;257;p24"/>
          <p:cNvCxnSpPr/>
          <p:nvPr/>
        </p:nvCxnSpPr>
        <p:spPr>
          <a:xfrm flipH="1" rot="5400000">
            <a:off x="3975018" y="1487287"/>
            <a:ext cx="279600" cy="4621500"/>
          </a:xfrm>
          <a:prstGeom prst="curvedConnector3">
            <a:avLst>
              <a:gd fmla="val -8516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24"/>
          <p:cNvSpPr txBox="1"/>
          <p:nvPr/>
        </p:nvSpPr>
        <p:spPr>
          <a:xfrm>
            <a:off x="714375" y="4110425"/>
            <a:ext cx="2601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 weights matrix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6013450" y="3256600"/>
            <a:ext cx="1419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1F1F"/>
                </a:solidFill>
                <a:latin typeface="Lato"/>
                <a:ea typeface="Lato"/>
                <a:cs typeface="Lato"/>
                <a:sym typeface="Lato"/>
              </a:rPr>
              <a:t>Minimum</a:t>
            </a:r>
            <a:endParaRPr b="1" sz="2100">
              <a:solidFill>
                <a:srgbClr val="1F1F1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6261250" y="3148298"/>
            <a:ext cx="108600" cy="108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25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Logistic Regression 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4275188" y="1250513"/>
            <a:ext cx="786900" cy="29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619525" y="1838363"/>
            <a:ext cx="2368800" cy="1819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Cost Function (Predictions, Results, Weights)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9" name="Google Shape;2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013" y="1558700"/>
            <a:ext cx="3777111" cy="237913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/>
          <p:nvPr/>
        </p:nvSpPr>
        <p:spPr>
          <a:xfrm>
            <a:off x="5920750" y="1923548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1" name="Google Shape;271;p25"/>
          <p:cNvCxnSpPr>
            <a:endCxn id="269" idx="1"/>
          </p:cNvCxnSpPr>
          <p:nvPr/>
        </p:nvCxnSpPr>
        <p:spPr>
          <a:xfrm>
            <a:off x="2988413" y="2748269"/>
            <a:ext cx="154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25"/>
          <p:cNvSpPr txBox="1"/>
          <p:nvPr/>
        </p:nvSpPr>
        <p:spPr>
          <a:xfrm>
            <a:off x="619525" y="844100"/>
            <a:ext cx="47136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GOAL: Minimize Cost function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3" name="Google Shape;273;p25"/>
          <p:cNvCxnSpPr>
            <a:stCxn id="270" idx="5"/>
            <a:endCxn id="274" idx="0"/>
          </p:cNvCxnSpPr>
          <p:nvPr/>
        </p:nvCxnSpPr>
        <p:spPr>
          <a:xfrm>
            <a:off x="6013446" y="2015988"/>
            <a:ext cx="95700" cy="30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25"/>
          <p:cNvSpPr/>
          <p:nvPr/>
        </p:nvSpPr>
        <p:spPr>
          <a:xfrm>
            <a:off x="6054935" y="2325189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648775" y="2555141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6" name="Google Shape;276;p25"/>
          <p:cNvCxnSpPr>
            <a:stCxn id="274" idx="2"/>
            <a:endCxn id="275" idx="7"/>
          </p:cNvCxnSpPr>
          <p:nvPr/>
        </p:nvCxnSpPr>
        <p:spPr>
          <a:xfrm flipH="1">
            <a:off x="5741435" y="2379339"/>
            <a:ext cx="313500" cy="191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25"/>
          <p:cNvSpPr/>
          <p:nvPr/>
        </p:nvSpPr>
        <p:spPr>
          <a:xfrm>
            <a:off x="6065641" y="2736811"/>
            <a:ext cx="108600" cy="108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8" name="Google Shape;278;p25"/>
          <p:cNvCxnSpPr>
            <a:stCxn id="275" idx="6"/>
            <a:endCxn id="277" idx="2"/>
          </p:cNvCxnSpPr>
          <p:nvPr/>
        </p:nvCxnSpPr>
        <p:spPr>
          <a:xfrm>
            <a:off x="5757375" y="2609291"/>
            <a:ext cx="308400" cy="18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25"/>
          <p:cNvSpPr txBox="1"/>
          <p:nvPr/>
        </p:nvSpPr>
        <p:spPr>
          <a:xfrm>
            <a:off x="6065650" y="1632238"/>
            <a:ext cx="582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1F1F"/>
                </a:solidFill>
                <a:latin typeface="Lato"/>
                <a:ea typeface="Lato"/>
                <a:cs typeface="Lato"/>
                <a:sym typeface="Lato"/>
              </a:rPr>
              <a:t>Error</a:t>
            </a:r>
            <a:endParaRPr b="1" sz="1300">
              <a:solidFill>
                <a:srgbClr val="1F1F1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0" name="Google Shape;280;p25"/>
          <p:cNvCxnSpPr/>
          <p:nvPr/>
        </p:nvCxnSpPr>
        <p:spPr>
          <a:xfrm flipH="1" rot="5400000">
            <a:off x="3975018" y="1487287"/>
            <a:ext cx="279600" cy="4621500"/>
          </a:xfrm>
          <a:prstGeom prst="curvedConnector3">
            <a:avLst>
              <a:gd fmla="val -8516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25"/>
          <p:cNvSpPr txBox="1"/>
          <p:nvPr/>
        </p:nvSpPr>
        <p:spPr>
          <a:xfrm>
            <a:off x="714375" y="4110425"/>
            <a:ext cx="2601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 weights matrix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6013450" y="3256600"/>
            <a:ext cx="1419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1F1F"/>
                </a:solidFill>
                <a:latin typeface="Lato"/>
                <a:ea typeface="Lato"/>
                <a:cs typeface="Lato"/>
                <a:sym typeface="Lato"/>
              </a:rPr>
              <a:t>Minimum</a:t>
            </a:r>
            <a:endParaRPr b="1" sz="2100">
              <a:solidFill>
                <a:srgbClr val="1F1F1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6261250" y="3148298"/>
            <a:ext cx="108600" cy="108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1000050" y="2198550"/>
            <a:ext cx="7143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27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Random Forest </a:t>
            </a:r>
            <a:endParaRPr/>
          </a:p>
        </p:txBody>
      </p:sp>
      <p:graphicFrame>
        <p:nvGraphicFramePr>
          <p:cNvPr id="297" name="Google Shape;297;p27"/>
          <p:cNvGraphicFramePr/>
          <p:nvPr/>
        </p:nvGraphicFramePr>
        <p:xfrm>
          <a:off x="644750" y="163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26975"/>
                <a:gridCol w="326975"/>
                <a:gridCol w="326975"/>
                <a:gridCol w="3269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8" name="Google Shape;298;p27"/>
          <p:cNvGraphicFramePr/>
          <p:nvPr/>
        </p:nvGraphicFramePr>
        <p:xfrm>
          <a:off x="2960550" y="92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407125"/>
                <a:gridCol w="407125"/>
              </a:tblGrid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9" name="Google Shape;299;p27"/>
          <p:cNvGraphicFramePr/>
          <p:nvPr/>
        </p:nvGraphicFramePr>
        <p:xfrm>
          <a:off x="2960550" y="331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407125"/>
                <a:gridCol w="407125"/>
              </a:tblGrid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00" name="Google Shape;300;p27"/>
          <p:cNvCxnSpPr/>
          <p:nvPr/>
        </p:nvCxnSpPr>
        <p:spPr>
          <a:xfrm flipH="1" rot="10800000">
            <a:off x="1958175" y="1328925"/>
            <a:ext cx="991800" cy="10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7"/>
          <p:cNvCxnSpPr/>
          <p:nvPr/>
        </p:nvCxnSpPr>
        <p:spPr>
          <a:xfrm>
            <a:off x="1954775" y="2422725"/>
            <a:ext cx="1002300" cy="12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27"/>
          <p:cNvSpPr txBox="1"/>
          <p:nvPr/>
        </p:nvSpPr>
        <p:spPr>
          <a:xfrm>
            <a:off x="5107900" y="1901600"/>
            <a:ext cx="25434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Take a subset of </a:t>
            </a:r>
            <a:r>
              <a:rPr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endParaRPr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28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Random Forest </a:t>
            </a:r>
            <a:endParaRPr/>
          </a:p>
        </p:txBody>
      </p:sp>
      <p:graphicFrame>
        <p:nvGraphicFramePr>
          <p:cNvPr id="309" name="Google Shape;309;p28"/>
          <p:cNvGraphicFramePr/>
          <p:nvPr/>
        </p:nvGraphicFramePr>
        <p:xfrm>
          <a:off x="542675" y="78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407125"/>
                <a:gridCol w="407125"/>
              </a:tblGrid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0" name="Google Shape;310;p28"/>
          <p:cNvGraphicFramePr/>
          <p:nvPr/>
        </p:nvGraphicFramePr>
        <p:xfrm>
          <a:off x="542675" y="317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407125"/>
                <a:gridCol w="407125"/>
              </a:tblGrid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28"/>
          <p:cNvSpPr/>
          <p:nvPr/>
        </p:nvSpPr>
        <p:spPr>
          <a:xfrm>
            <a:off x="3080677" y="904550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2430057" y="1342931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2078000" y="1825045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2743483" y="1825045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3803033" y="1393249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3419827" y="1825045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4085309" y="1825045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8" name="Google Shape;318;p28"/>
          <p:cNvCxnSpPr>
            <a:stCxn id="311" idx="1"/>
            <a:endCxn id="312" idx="0"/>
          </p:cNvCxnSpPr>
          <p:nvPr/>
        </p:nvCxnSpPr>
        <p:spPr>
          <a:xfrm flipH="1">
            <a:off x="2737177" y="1066100"/>
            <a:ext cx="343500" cy="276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28"/>
          <p:cNvCxnSpPr>
            <a:stCxn id="311" idx="3"/>
            <a:endCxn id="315" idx="0"/>
          </p:cNvCxnSpPr>
          <p:nvPr/>
        </p:nvCxnSpPr>
        <p:spPr>
          <a:xfrm>
            <a:off x="3694777" y="1066100"/>
            <a:ext cx="415200" cy="327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28"/>
          <p:cNvCxnSpPr>
            <a:stCxn id="312" idx="2"/>
            <a:endCxn id="313" idx="0"/>
          </p:cNvCxnSpPr>
          <p:nvPr/>
        </p:nvCxnSpPr>
        <p:spPr>
          <a:xfrm flipH="1">
            <a:off x="2384907" y="1666031"/>
            <a:ext cx="3522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8"/>
          <p:cNvCxnSpPr>
            <a:stCxn id="312" idx="2"/>
            <a:endCxn id="314" idx="0"/>
          </p:cNvCxnSpPr>
          <p:nvPr/>
        </p:nvCxnSpPr>
        <p:spPr>
          <a:xfrm>
            <a:off x="2737107" y="1666031"/>
            <a:ext cx="3135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8"/>
          <p:cNvCxnSpPr>
            <a:stCxn id="315" idx="2"/>
            <a:endCxn id="316" idx="0"/>
          </p:cNvCxnSpPr>
          <p:nvPr/>
        </p:nvCxnSpPr>
        <p:spPr>
          <a:xfrm flipH="1">
            <a:off x="3726983" y="1716349"/>
            <a:ext cx="3831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28"/>
          <p:cNvCxnSpPr>
            <a:stCxn id="315" idx="2"/>
            <a:endCxn id="317" idx="0"/>
          </p:cNvCxnSpPr>
          <p:nvPr/>
        </p:nvCxnSpPr>
        <p:spPr>
          <a:xfrm>
            <a:off x="4110083" y="1716349"/>
            <a:ext cx="2823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28"/>
          <p:cNvSpPr/>
          <p:nvPr/>
        </p:nvSpPr>
        <p:spPr>
          <a:xfrm>
            <a:off x="3079702" y="3121875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2429082" y="3560256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2077025" y="4042370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2742508" y="4042370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3802058" y="3610574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3418852" y="4042370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4084334" y="4042370"/>
            <a:ext cx="614100" cy="32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1" name="Google Shape;331;p28"/>
          <p:cNvCxnSpPr>
            <a:stCxn id="324" idx="1"/>
            <a:endCxn id="325" idx="0"/>
          </p:cNvCxnSpPr>
          <p:nvPr/>
        </p:nvCxnSpPr>
        <p:spPr>
          <a:xfrm flipH="1">
            <a:off x="2736202" y="3283425"/>
            <a:ext cx="343500" cy="276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28"/>
          <p:cNvCxnSpPr>
            <a:stCxn id="324" idx="3"/>
            <a:endCxn id="328" idx="0"/>
          </p:cNvCxnSpPr>
          <p:nvPr/>
        </p:nvCxnSpPr>
        <p:spPr>
          <a:xfrm>
            <a:off x="3693802" y="3283425"/>
            <a:ext cx="415200" cy="327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28"/>
          <p:cNvCxnSpPr>
            <a:stCxn id="325" idx="2"/>
            <a:endCxn id="326" idx="0"/>
          </p:cNvCxnSpPr>
          <p:nvPr/>
        </p:nvCxnSpPr>
        <p:spPr>
          <a:xfrm flipH="1">
            <a:off x="2383932" y="3883356"/>
            <a:ext cx="3522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8"/>
          <p:cNvCxnSpPr>
            <a:stCxn id="325" idx="2"/>
            <a:endCxn id="327" idx="0"/>
          </p:cNvCxnSpPr>
          <p:nvPr/>
        </p:nvCxnSpPr>
        <p:spPr>
          <a:xfrm>
            <a:off x="2736132" y="3883356"/>
            <a:ext cx="3135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28"/>
          <p:cNvCxnSpPr>
            <a:stCxn id="328" idx="2"/>
            <a:endCxn id="329" idx="0"/>
          </p:cNvCxnSpPr>
          <p:nvPr/>
        </p:nvCxnSpPr>
        <p:spPr>
          <a:xfrm flipH="1">
            <a:off x="3726008" y="3933674"/>
            <a:ext cx="3831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28"/>
          <p:cNvCxnSpPr>
            <a:stCxn id="328" idx="2"/>
            <a:endCxn id="330" idx="0"/>
          </p:cNvCxnSpPr>
          <p:nvPr/>
        </p:nvCxnSpPr>
        <p:spPr>
          <a:xfrm>
            <a:off x="4109108" y="3933674"/>
            <a:ext cx="2823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28"/>
          <p:cNvSpPr txBox="1"/>
          <p:nvPr/>
        </p:nvSpPr>
        <p:spPr>
          <a:xfrm>
            <a:off x="5563325" y="2079150"/>
            <a:ext cx="3312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Train/build decision trees out of subsets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29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Random Forest </a:t>
            </a:r>
            <a:endParaRPr/>
          </a:p>
        </p:txBody>
      </p:sp>
      <p:grpSp>
        <p:nvGrpSpPr>
          <p:cNvPr id="344" name="Google Shape;344;p29"/>
          <p:cNvGrpSpPr/>
          <p:nvPr/>
        </p:nvGrpSpPr>
        <p:grpSpPr>
          <a:xfrm>
            <a:off x="536413" y="937950"/>
            <a:ext cx="2621409" cy="1243595"/>
            <a:chOff x="536900" y="904550"/>
            <a:chExt cx="2621409" cy="1243595"/>
          </a:xfrm>
        </p:grpSpPr>
        <p:sp>
          <p:nvSpPr>
            <p:cNvPr id="345" name="Google Shape;345;p29"/>
            <p:cNvSpPr/>
            <p:nvPr/>
          </p:nvSpPr>
          <p:spPr>
            <a:xfrm>
              <a:off x="1539577" y="90455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888957" y="1342931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536900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8" name="Google Shape;348;p29"/>
            <p:cNvSpPr/>
            <p:nvPr/>
          </p:nvSpPr>
          <p:spPr>
            <a:xfrm>
              <a:off x="1202383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9" name="Google Shape;349;p29"/>
            <p:cNvSpPr/>
            <p:nvPr/>
          </p:nvSpPr>
          <p:spPr>
            <a:xfrm>
              <a:off x="2261933" y="1393249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1878727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2544209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52" name="Google Shape;352;p29"/>
            <p:cNvCxnSpPr>
              <a:stCxn id="345" idx="1"/>
              <a:endCxn id="346" idx="0"/>
            </p:cNvCxnSpPr>
            <p:nvPr/>
          </p:nvCxnSpPr>
          <p:spPr>
            <a:xfrm flipH="1">
              <a:off x="1196077" y="1066100"/>
              <a:ext cx="343500" cy="276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3" name="Google Shape;353;p29"/>
            <p:cNvCxnSpPr>
              <a:stCxn id="345" idx="3"/>
              <a:endCxn id="349" idx="0"/>
            </p:cNvCxnSpPr>
            <p:nvPr/>
          </p:nvCxnSpPr>
          <p:spPr>
            <a:xfrm>
              <a:off x="2153677" y="1066100"/>
              <a:ext cx="415200" cy="327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4" name="Google Shape;354;p29"/>
            <p:cNvCxnSpPr>
              <a:stCxn id="346" idx="2"/>
              <a:endCxn id="347" idx="0"/>
            </p:cNvCxnSpPr>
            <p:nvPr/>
          </p:nvCxnSpPr>
          <p:spPr>
            <a:xfrm flipH="1">
              <a:off x="843807" y="1666031"/>
              <a:ext cx="3522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5" name="Google Shape;355;p29"/>
            <p:cNvCxnSpPr>
              <a:stCxn id="346" idx="2"/>
              <a:endCxn id="348" idx="0"/>
            </p:cNvCxnSpPr>
            <p:nvPr/>
          </p:nvCxnSpPr>
          <p:spPr>
            <a:xfrm>
              <a:off x="1196007" y="1666031"/>
              <a:ext cx="3135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6" name="Google Shape;356;p29"/>
            <p:cNvCxnSpPr>
              <a:stCxn id="349" idx="2"/>
              <a:endCxn id="350" idx="0"/>
            </p:cNvCxnSpPr>
            <p:nvPr/>
          </p:nvCxnSpPr>
          <p:spPr>
            <a:xfrm flipH="1">
              <a:off x="2185883" y="1716349"/>
              <a:ext cx="3831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7" name="Google Shape;357;p29"/>
            <p:cNvCxnSpPr>
              <a:stCxn id="349" idx="2"/>
              <a:endCxn id="351" idx="0"/>
            </p:cNvCxnSpPr>
            <p:nvPr/>
          </p:nvCxnSpPr>
          <p:spPr>
            <a:xfrm>
              <a:off x="2568983" y="1716349"/>
              <a:ext cx="2823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58" name="Google Shape;358;p29"/>
          <p:cNvGrpSpPr/>
          <p:nvPr/>
        </p:nvGrpSpPr>
        <p:grpSpPr>
          <a:xfrm>
            <a:off x="536413" y="3155275"/>
            <a:ext cx="2621409" cy="1243595"/>
            <a:chOff x="535925" y="3121875"/>
            <a:chExt cx="2621409" cy="1243595"/>
          </a:xfrm>
        </p:grpSpPr>
        <p:sp>
          <p:nvSpPr>
            <p:cNvPr id="359" name="Google Shape;359;p29"/>
            <p:cNvSpPr/>
            <p:nvPr/>
          </p:nvSpPr>
          <p:spPr>
            <a:xfrm>
              <a:off x="1538602" y="312187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887982" y="3560256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535925" y="40423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1201408" y="40423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2260958" y="3610574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1877752" y="40423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2543234" y="40423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66" name="Google Shape;366;p29"/>
            <p:cNvCxnSpPr>
              <a:stCxn id="359" idx="1"/>
              <a:endCxn id="360" idx="0"/>
            </p:cNvCxnSpPr>
            <p:nvPr/>
          </p:nvCxnSpPr>
          <p:spPr>
            <a:xfrm flipH="1">
              <a:off x="1195102" y="3283425"/>
              <a:ext cx="343500" cy="276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7" name="Google Shape;367;p29"/>
            <p:cNvCxnSpPr>
              <a:stCxn id="359" idx="3"/>
              <a:endCxn id="363" idx="0"/>
            </p:cNvCxnSpPr>
            <p:nvPr/>
          </p:nvCxnSpPr>
          <p:spPr>
            <a:xfrm>
              <a:off x="2152702" y="3283425"/>
              <a:ext cx="415200" cy="327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8" name="Google Shape;368;p29"/>
            <p:cNvCxnSpPr>
              <a:stCxn id="360" idx="2"/>
              <a:endCxn id="361" idx="0"/>
            </p:cNvCxnSpPr>
            <p:nvPr/>
          </p:nvCxnSpPr>
          <p:spPr>
            <a:xfrm flipH="1">
              <a:off x="842832" y="3883356"/>
              <a:ext cx="3522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9" name="Google Shape;369;p29"/>
            <p:cNvCxnSpPr>
              <a:stCxn id="360" idx="2"/>
              <a:endCxn id="362" idx="0"/>
            </p:cNvCxnSpPr>
            <p:nvPr/>
          </p:nvCxnSpPr>
          <p:spPr>
            <a:xfrm>
              <a:off x="1195032" y="3883356"/>
              <a:ext cx="3135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0" name="Google Shape;370;p29"/>
            <p:cNvCxnSpPr>
              <a:stCxn id="363" idx="2"/>
              <a:endCxn id="364" idx="0"/>
            </p:cNvCxnSpPr>
            <p:nvPr/>
          </p:nvCxnSpPr>
          <p:spPr>
            <a:xfrm flipH="1">
              <a:off x="2184908" y="3933674"/>
              <a:ext cx="3831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1" name="Google Shape;371;p29"/>
            <p:cNvCxnSpPr>
              <a:stCxn id="363" idx="2"/>
              <a:endCxn id="365" idx="0"/>
            </p:cNvCxnSpPr>
            <p:nvPr/>
          </p:nvCxnSpPr>
          <p:spPr>
            <a:xfrm>
              <a:off x="2568008" y="3933674"/>
              <a:ext cx="2823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72" name="Google Shape;372;p29"/>
          <p:cNvSpPr txBox="1"/>
          <p:nvPr/>
        </p:nvSpPr>
        <p:spPr>
          <a:xfrm>
            <a:off x="7009975" y="2571750"/>
            <a:ext cx="191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Repeat..</a:t>
            </a:r>
            <a:endParaRPr/>
          </a:p>
        </p:txBody>
      </p:sp>
      <p:grpSp>
        <p:nvGrpSpPr>
          <p:cNvPr id="373" name="Google Shape;373;p29"/>
          <p:cNvGrpSpPr/>
          <p:nvPr/>
        </p:nvGrpSpPr>
        <p:grpSpPr>
          <a:xfrm>
            <a:off x="3514213" y="937950"/>
            <a:ext cx="2621409" cy="1243595"/>
            <a:chOff x="3514700" y="971350"/>
            <a:chExt cx="2621409" cy="1243595"/>
          </a:xfrm>
        </p:grpSpPr>
        <p:sp>
          <p:nvSpPr>
            <p:cNvPr id="374" name="Google Shape;374;p29"/>
            <p:cNvSpPr/>
            <p:nvPr/>
          </p:nvSpPr>
          <p:spPr>
            <a:xfrm>
              <a:off x="4517377" y="97135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3866757" y="1409731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3514700" y="18918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4180183" y="18918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5239733" y="1460049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4856527" y="18918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5522009" y="18918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81" name="Google Shape;381;p29"/>
            <p:cNvCxnSpPr>
              <a:stCxn id="374" idx="1"/>
              <a:endCxn id="375" idx="0"/>
            </p:cNvCxnSpPr>
            <p:nvPr/>
          </p:nvCxnSpPr>
          <p:spPr>
            <a:xfrm flipH="1">
              <a:off x="4173877" y="1132900"/>
              <a:ext cx="343500" cy="276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2" name="Google Shape;382;p29"/>
            <p:cNvCxnSpPr>
              <a:stCxn id="374" idx="3"/>
              <a:endCxn id="378" idx="0"/>
            </p:cNvCxnSpPr>
            <p:nvPr/>
          </p:nvCxnSpPr>
          <p:spPr>
            <a:xfrm>
              <a:off x="5131477" y="1132900"/>
              <a:ext cx="415200" cy="327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3" name="Google Shape;383;p29"/>
            <p:cNvCxnSpPr>
              <a:stCxn id="375" idx="2"/>
              <a:endCxn id="376" idx="0"/>
            </p:cNvCxnSpPr>
            <p:nvPr/>
          </p:nvCxnSpPr>
          <p:spPr>
            <a:xfrm flipH="1">
              <a:off x="3821607" y="1732831"/>
              <a:ext cx="3522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4" name="Google Shape;384;p29"/>
            <p:cNvCxnSpPr>
              <a:stCxn id="375" idx="2"/>
              <a:endCxn id="377" idx="0"/>
            </p:cNvCxnSpPr>
            <p:nvPr/>
          </p:nvCxnSpPr>
          <p:spPr>
            <a:xfrm>
              <a:off x="4173807" y="1732831"/>
              <a:ext cx="3135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5" name="Google Shape;385;p29"/>
            <p:cNvCxnSpPr>
              <a:stCxn id="378" idx="2"/>
              <a:endCxn id="379" idx="0"/>
            </p:cNvCxnSpPr>
            <p:nvPr/>
          </p:nvCxnSpPr>
          <p:spPr>
            <a:xfrm flipH="1">
              <a:off x="5163683" y="1783149"/>
              <a:ext cx="3831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6" name="Google Shape;386;p29"/>
            <p:cNvCxnSpPr>
              <a:stCxn id="378" idx="2"/>
              <a:endCxn id="380" idx="0"/>
            </p:cNvCxnSpPr>
            <p:nvPr/>
          </p:nvCxnSpPr>
          <p:spPr>
            <a:xfrm>
              <a:off x="5546783" y="1783149"/>
              <a:ext cx="2823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7" name="Google Shape;387;p29"/>
          <p:cNvGrpSpPr/>
          <p:nvPr/>
        </p:nvGrpSpPr>
        <p:grpSpPr>
          <a:xfrm>
            <a:off x="3514213" y="3155275"/>
            <a:ext cx="2621409" cy="1243595"/>
            <a:chOff x="3513725" y="3188675"/>
            <a:chExt cx="2621409" cy="1243595"/>
          </a:xfrm>
        </p:grpSpPr>
        <p:sp>
          <p:nvSpPr>
            <p:cNvPr id="388" name="Google Shape;388;p29"/>
            <p:cNvSpPr/>
            <p:nvPr/>
          </p:nvSpPr>
          <p:spPr>
            <a:xfrm>
              <a:off x="4516402" y="318867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3865782" y="3627056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3513725" y="41091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4179208" y="41091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5238758" y="3677374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4855552" y="41091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5521034" y="410917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95" name="Google Shape;395;p29"/>
            <p:cNvCxnSpPr>
              <a:stCxn id="388" idx="1"/>
              <a:endCxn id="389" idx="0"/>
            </p:cNvCxnSpPr>
            <p:nvPr/>
          </p:nvCxnSpPr>
          <p:spPr>
            <a:xfrm flipH="1">
              <a:off x="4172902" y="3350225"/>
              <a:ext cx="343500" cy="276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6" name="Google Shape;396;p29"/>
            <p:cNvCxnSpPr>
              <a:stCxn id="388" idx="3"/>
              <a:endCxn id="392" idx="0"/>
            </p:cNvCxnSpPr>
            <p:nvPr/>
          </p:nvCxnSpPr>
          <p:spPr>
            <a:xfrm>
              <a:off x="5130502" y="3350225"/>
              <a:ext cx="415200" cy="327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7" name="Google Shape;397;p29"/>
            <p:cNvCxnSpPr>
              <a:stCxn id="389" idx="2"/>
              <a:endCxn id="390" idx="0"/>
            </p:cNvCxnSpPr>
            <p:nvPr/>
          </p:nvCxnSpPr>
          <p:spPr>
            <a:xfrm flipH="1">
              <a:off x="3820632" y="3950156"/>
              <a:ext cx="3522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8" name="Google Shape;398;p29"/>
            <p:cNvCxnSpPr>
              <a:stCxn id="389" idx="2"/>
              <a:endCxn id="391" idx="0"/>
            </p:cNvCxnSpPr>
            <p:nvPr/>
          </p:nvCxnSpPr>
          <p:spPr>
            <a:xfrm>
              <a:off x="4172832" y="3950156"/>
              <a:ext cx="3135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9" name="Google Shape;399;p29"/>
            <p:cNvCxnSpPr>
              <a:stCxn id="392" idx="2"/>
              <a:endCxn id="393" idx="0"/>
            </p:cNvCxnSpPr>
            <p:nvPr/>
          </p:nvCxnSpPr>
          <p:spPr>
            <a:xfrm flipH="1">
              <a:off x="5162708" y="4000474"/>
              <a:ext cx="3831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0" name="Google Shape;400;p29"/>
            <p:cNvCxnSpPr>
              <a:stCxn id="392" idx="2"/>
              <a:endCxn id="394" idx="0"/>
            </p:cNvCxnSpPr>
            <p:nvPr/>
          </p:nvCxnSpPr>
          <p:spPr>
            <a:xfrm>
              <a:off x="5545808" y="4000474"/>
              <a:ext cx="2823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30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Random Forest </a:t>
            </a:r>
            <a:endParaRPr/>
          </a:p>
        </p:txBody>
      </p:sp>
      <p:sp>
        <p:nvSpPr>
          <p:cNvPr id="407" name="Google Shape;407;p30"/>
          <p:cNvSpPr/>
          <p:nvPr/>
        </p:nvSpPr>
        <p:spPr>
          <a:xfrm>
            <a:off x="1539577" y="952175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888957" y="1390556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536900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1202383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2261933" y="1440874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1878727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2544209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4" name="Google Shape;414;p30"/>
          <p:cNvCxnSpPr>
            <a:stCxn id="407" idx="1"/>
            <a:endCxn id="408" idx="0"/>
          </p:cNvCxnSpPr>
          <p:nvPr/>
        </p:nvCxnSpPr>
        <p:spPr>
          <a:xfrm flipH="1">
            <a:off x="1196077" y="1113725"/>
            <a:ext cx="343500" cy="276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30"/>
          <p:cNvCxnSpPr>
            <a:stCxn id="407" idx="3"/>
            <a:endCxn id="411" idx="0"/>
          </p:cNvCxnSpPr>
          <p:nvPr/>
        </p:nvCxnSpPr>
        <p:spPr>
          <a:xfrm>
            <a:off x="2153677" y="1113725"/>
            <a:ext cx="415200" cy="327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30"/>
          <p:cNvCxnSpPr>
            <a:stCxn id="408" idx="2"/>
            <a:endCxn id="409" idx="0"/>
          </p:cNvCxnSpPr>
          <p:nvPr/>
        </p:nvCxnSpPr>
        <p:spPr>
          <a:xfrm flipH="1">
            <a:off x="843807" y="1713656"/>
            <a:ext cx="3522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0"/>
          <p:cNvCxnSpPr>
            <a:stCxn id="408" idx="2"/>
            <a:endCxn id="410" idx="0"/>
          </p:cNvCxnSpPr>
          <p:nvPr/>
        </p:nvCxnSpPr>
        <p:spPr>
          <a:xfrm>
            <a:off x="1196007" y="1713656"/>
            <a:ext cx="3135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30"/>
          <p:cNvCxnSpPr>
            <a:stCxn id="411" idx="2"/>
            <a:endCxn id="412" idx="0"/>
          </p:cNvCxnSpPr>
          <p:nvPr/>
        </p:nvCxnSpPr>
        <p:spPr>
          <a:xfrm flipH="1">
            <a:off x="2185883" y="1763974"/>
            <a:ext cx="3831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30"/>
          <p:cNvCxnSpPr>
            <a:stCxn id="411" idx="2"/>
            <a:endCxn id="413" idx="0"/>
          </p:cNvCxnSpPr>
          <p:nvPr/>
        </p:nvCxnSpPr>
        <p:spPr>
          <a:xfrm>
            <a:off x="2568983" y="1763974"/>
            <a:ext cx="2823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20" name="Google Shape;420;p30"/>
          <p:cNvGrpSpPr/>
          <p:nvPr/>
        </p:nvGrpSpPr>
        <p:grpSpPr>
          <a:xfrm>
            <a:off x="535925" y="3155275"/>
            <a:ext cx="2621409" cy="1243595"/>
            <a:chOff x="535925" y="3121875"/>
            <a:chExt cx="2621409" cy="1243595"/>
          </a:xfrm>
        </p:grpSpPr>
        <p:sp>
          <p:nvSpPr>
            <p:cNvPr id="421" name="Google Shape;421;p30"/>
            <p:cNvSpPr/>
            <p:nvPr/>
          </p:nvSpPr>
          <p:spPr>
            <a:xfrm>
              <a:off x="1538602" y="3121875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887982" y="3560256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535925" y="40423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1201408" y="40423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2260958" y="3610574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877752" y="40423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2543234" y="40423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28" name="Google Shape;428;p30"/>
            <p:cNvCxnSpPr>
              <a:stCxn id="421" idx="1"/>
              <a:endCxn id="422" idx="0"/>
            </p:cNvCxnSpPr>
            <p:nvPr/>
          </p:nvCxnSpPr>
          <p:spPr>
            <a:xfrm flipH="1">
              <a:off x="1195102" y="3283425"/>
              <a:ext cx="343500" cy="276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9" name="Google Shape;429;p30"/>
            <p:cNvCxnSpPr>
              <a:stCxn id="421" idx="3"/>
              <a:endCxn id="425" idx="0"/>
            </p:cNvCxnSpPr>
            <p:nvPr/>
          </p:nvCxnSpPr>
          <p:spPr>
            <a:xfrm>
              <a:off x="2152702" y="3283425"/>
              <a:ext cx="415200" cy="327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0" name="Google Shape;430;p30"/>
            <p:cNvCxnSpPr>
              <a:stCxn id="422" idx="2"/>
              <a:endCxn id="423" idx="0"/>
            </p:cNvCxnSpPr>
            <p:nvPr/>
          </p:nvCxnSpPr>
          <p:spPr>
            <a:xfrm flipH="1">
              <a:off x="842832" y="3883356"/>
              <a:ext cx="3522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1" name="Google Shape;431;p30"/>
            <p:cNvCxnSpPr>
              <a:stCxn id="422" idx="2"/>
              <a:endCxn id="424" idx="0"/>
            </p:cNvCxnSpPr>
            <p:nvPr/>
          </p:nvCxnSpPr>
          <p:spPr>
            <a:xfrm>
              <a:off x="1195032" y="3883356"/>
              <a:ext cx="3135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2" name="Google Shape;432;p30"/>
            <p:cNvCxnSpPr>
              <a:stCxn id="425" idx="2"/>
              <a:endCxn id="426" idx="0"/>
            </p:cNvCxnSpPr>
            <p:nvPr/>
          </p:nvCxnSpPr>
          <p:spPr>
            <a:xfrm flipH="1">
              <a:off x="2184908" y="3933674"/>
              <a:ext cx="3831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3" name="Google Shape;433;p30"/>
            <p:cNvCxnSpPr>
              <a:stCxn id="425" idx="2"/>
              <a:endCxn id="427" idx="0"/>
            </p:cNvCxnSpPr>
            <p:nvPr/>
          </p:nvCxnSpPr>
          <p:spPr>
            <a:xfrm>
              <a:off x="2568008" y="3933674"/>
              <a:ext cx="2823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34" name="Google Shape;434;p30"/>
          <p:cNvSpPr/>
          <p:nvPr/>
        </p:nvSpPr>
        <p:spPr>
          <a:xfrm>
            <a:off x="4517377" y="952175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3866757" y="1390556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3514700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4180183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30"/>
          <p:cNvSpPr/>
          <p:nvPr/>
        </p:nvSpPr>
        <p:spPr>
          <a:xfrm>
            <a:off x="5239733" y="1440874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30"/>
          <p:cNvSpPr/>
          <p:nvPr/>
        </p:nvSpPr>
        <p:spPr>
          <a:xfrm>
            <a:off x="4856527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30"/>
          <p:cNvSpPr/>
          <p:nvPr/>
        </p:nvSpPr>
        <p:spPr>
          <a:xfrm>
            <a:off x="5522009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1" name="Google Shape;441;p30"/>
          <p:cNvCxnSpPr>
            <a:stCxn id="434" idx="1"/>
            <a:endCxn id="435" idx="0"/>
          </p:cNvCxnSpPr>
          <p:nvPr/>
        </p:nvCxnSpPr>
        <p:spPr>
          <a:xfrm flipH="1">
            <a:off x="4173877" y="1113725"/>
            <a:ext cx="343500" cy="276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30"/>
          <p:cNvCxnSpPr>
            <a:stCxn id="434" idx="3"/>
            <a:endCxn id="438" idx="0"/>
          </p:cNvCxnSpPr>
          <p:nvPr/>
        </p:nvCxnSpPr>
        <p:spPr>
          <a:xfrm>
            <a:off x="5131477" y="1113725"/>
            <a:ext cx="415200" cy="327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30"/>
          <p:cNvCxnSpPr>
            <a:stCxn id="435" idx="2"/>
            <a:endCxn id="436" idx="0"/>
          </p:cNvCxnSpPr>
          <p:nvPr/>
        </p:nvCxnSpPr>
        <p:spPr>
          <a:xfrm flipH="1">
            <a:off x="3821607" y="1713656"/>
            <a:ext cx="3522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30"/>
          <p:cNvCxnSpPr>
            <a:stCxn id="435" idx="2"/>
            <a:endCxn id="437" idx="0"/>
          </p:cNvCxnSpPr>
          <p:nvPr/>
        </p:nvCxnSpPr>
        <p:spPr>
          <a:xfrm>
            <a:off x="4173807" y="1713656"/>
            <a:ext cx="3135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30"/>
          <p:cNvCxnSpPr>
            <a:stCxn id="438" idx="2"/>
            <a:endCxn id="439" idx="0"/>
          </p:cNvCxnSpPr>
          <p:nvPr/>
        </p:nvCxnSpPr>
        <p:spPr>
          <a:xfrm flipH="1">
            <a:off x="5163683" y="1763974"/>
            <a:ext cx="3831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30"/>
          <p:cNvCxnSpPr>
            <a:stCxn id="438" idx="2"/>
            <a:endCxn id="440" idx="0"/>
          </p:cNvCxnSpPr>
          <p:nvPr/>
        </p:nvCxnSpPr>
        <p:spPr>
          <a:xfrm>
            <a:off x="5546783" y="1763974"/>
            <a:ext cx="2823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47" name="Google Shape;447;p30"/>
          <p:cNvGrpSpPr/>
          <p:nvPr/>
        </p:nvGrpSpPr>
        <p:grpSpPr>
          <a:xfrm>
            <a:off x="3513725" y="3155275"/>
            <a:ext cx="2621409" cy="1243595"/>
            <a:chOff x="3513725" y="3188675"/>
            <a:chExt cx="2621409" cy="1243595"/>
          </a:xfrm>
        </p:grpSpPr>
        <p:sp>
          <p:nvSpPr>
            <p:cNvPr id="448" name="Google Shape;448;p30"/>
            <p:cNvSpPr/>
            <p:nvPr/>
          </p:nvSpPr>
          <p:spPr>
            <a:xfrm>
              <a:off x="4516402" y="3188675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3865782" y="3627056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3513725" y="41091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4179208" y="41091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5238758" y="3677374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4855552" y="41091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5521034" y="4109170"/>
              <a:ext cx="614100" cy="32310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55" name="Google Shape;455;p30"/>
            <p:cNvCxnSpPr>
              <a:stCxn id="448" idx="1"/>
              <a:endCxn id="449" idx="0"/>
            </p:cNvCxnSpPr>
            <p:nvPr/>
          </p:nvCxnSpPr>
          <p:spPr>
            <a:xfrm flipH="1">
              <a:off x="4172902" y="3350225"/>
              <a:ext cx="343500" cy="276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6" name="Google Shape;456;p30"/>
            <p:cNvCxnSpPr>
              <a:stCxn id="448" idx="3"/>
              <a:endCxn id="452" idx="0"/>
            </p:cNvCxnSpPr>
            <p:nvPr/>
          </p:nvCxnSpPr>
          <p:spPr>
            <a:xfrm>
              <a:off x="5130502" y="3350225"/>
              <a:ext cx="415200" cy="327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7" name="Google Shape;457;p30"/>
            <p:cNvCxnSpPr>
              <a:stCxn id="449" idx="2"/>
              <a:endCxn id="450" idx="0"/>
            </p:cNvCxnSpPr>
            <p:nvPr/>
          </p:nvCxnSpPr>
          <p:spPr>
            <a:xfrm flipH="1">
              <a:off x="3820632" y="3950156"/>
              <a:ext cx="3522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8" name="Google Shape;458;p30"/>
            <p:cNvCxnSpPr>
              <a:stCxn id="449" idx="2"/>
              <a:endCxn id="451" idx="0"/>
            </p:cNvCxnSpPr>
            <p:nvPr/>
          </p:nvCxnSpPr>
          <p:spPr>
            <a:xfrm>
              <a:off x="4172832" y="3950156"/>
              <a:ext cx="3135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9" name="Google Shape;459;p30"/>
            <p:cNvCxnSpPr>
              <a:stCxn id="452" idx="2"/>
              <a:endCxn id="453" idx="0"/>
            </p:cNvCxnSpPr>
            <p:nvPr/>
          </p:nvCxnSpPr>
          <p:spPr>
            <a:xfrm flipH="1">
              <a:off x="5162708" y="4000474"/>
              <a:ext cx="3831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0" name="Google Shape;460;p30"/>
            <p:cNvCxnSpPr>
              <a:stCxn id="452" idx="2"/>
              <a:endCxn id="454" idx="0"/>
            </p:cNvCxnSpPr>
            <p:nvPr/>
          </p:nvCxnSpPr>
          <p:spPr>
            <a:xfrm>
              <a:off x="5545808" y="4000474"/>
              <a:ext cx="2823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1" name="Google Shape;461;p30"/>
          <p:cNvSpPr/>
          <p:nvPr/>
        </p:nvSpPr>
        <p:spPr>
          <a:xfrm>
            <a:off x="7309127" y="952175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6658507" y="1390556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6306450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6971933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8031483" y="1440874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7648277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30"/>
          <p:cNvSpPr/>
          <p:nvPr/>
        </p:nvSpPr>
        <p:spPr>
          <a:xfrm>
            <a:off x="8313759" y="1872670"/>
            <a:ext cx="614100" cy="3231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8" name="Google Shape;468;p30"/>
          <p:cNvCxnSpPr>
            <a:stCxn id="461" idx="1"/>
            <a:endCxn id="462" idx="0"/>
          </p:cNvCxnSpPr>
          <p:nvPr/>
        </p:nvCxnSpPr>
        <p:spPr>
          <a:xfrm flipH="1">
            <a:off x="6965627" y="1113725"/>
            <a:ext cx="343500" cy="276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30"/>
          <p:cNvCxnSpPr>
            <a:stCxn id="461" idx="3"/>
            <a:endCxn id="465" idx="0"/>
          </p:cNvCxnSpPr>
          <p:nvPr/>
        </p:nvCxnSpPr>
        <p:spPr>
          <a:xfrm>
            <a:off x="7923227" y="1113725"/>
            <a:ext cx="415200" cy="327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30"/>
          <p:cNvCxnSpPr>
            <a:stCxn id="462" idx="2"/>
            <a:endCxn id="463" idx="0"/>
          </p:cNvCxnSpPr>
          <p:nvPr/>
        </p:nvCxnSpPr>
        <p:spPr>
          <a:xfrm flipH="1">
            <a:off x="6613357" y="1713656"/>
            <a:ext cx="3522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30"/>
          <p:cNvCxnSpPr>
            <a:stCxn id="462" idx="2"/>
            <a:endCxn id="464" idx="0"/>
          </p:cNvCxnSpPr>
          <p:nvPr/>
        </p:nvCxnSpPr>
        <p:spPr>
          <a:xfrm>
            <a:off x="6965557" y="1713656"/>
            <a:ext cx="313500" cy="15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30"/>
          <p:cNvCxnSpPr>
            <a:stCxn id="465" idx="2"/>
            <a:endCxn id="466" idx="0"/>
          </p:cNvCxnSpPr>
          <p:nvPr/>
        </p:nvCxnSpPr>
        <p:spPr>
          <a:xfrm flipH="1">
            <a:off x="7955433" y="1763974"/>
            <a:ext cx="3831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30"/>
          <p:cNvCxnSpPr>
            <a:stCxn id="465" idx="2"/>
            <a:endCxn id="467" idx="0"/>
          </p:cNvCxnSpPr>
          <p:nvPr/>
        </p:nvCxnSpPr>
        <p:spPr>
          <a:xfrm>
            <a:off x="8338533" y="1763974"/>
            <a:ext cx="282300" cy="10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4" name="Google Shape;474;p30"/>
          <p:cNvSpPr txBox="1"/>
          <p:nvPr/>
        </p:nvSpPr>
        <p:spPr>
          <a:xfrm>
            <a:off x="6348900" y="2898900"/>
            <a:ext cx="25365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Prediction is made through majority vote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" name="Google Shape;480;p31"/>
          <p:cNvSpPr txBox="1"/>
          <p:nvPr/>
        </p:nvSpPr>
        <p:spPr>
          <a:xfrm>
            <a:off x="516862" y="10689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strike="sng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Base Models</a:t>
            </a:r>
            <a:endParaRPr sz="3650" strike="sng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1" name="Google Shape;481;p31"/>
          <p:cNvSpPr txBox="1"/>
          <p:nvPr/>
        </p:nvSpPr>
        <p:spPr>
          <a:xfrm>
            <a:off x="516848" y="1908500"/>
            <a:ext cx="8040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00FF00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Proposed Model</a:t>
            </a:r>
            <a:endParaRPr b="1" sz="3650">
              <a:solidFill>
                <a:srgbClr val="00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2" name="Google Shape;482;p31"/>
          <p:cNvSpPr txBox="1"/>
          <p:nvPr/>
        </p:nvSpPr>
        <p:spPr>
          <a:xfrm>
            <a:off x="516862" y="27479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Comparison of Results 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3" name="Google Shape;483;p31"/>
          <p:cNvSpPr txBox="1"/>
          <p:nvPr/>
        </p:nvSpPr>
        <p:spPr>
          <a:xfrm>
            <a:off x="516862" y="35806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and Answers 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4" name="Google Shape;484;p31"/>
          <p:cNvSpPr txBox="1"/>
          <p:nvPr/>
        </p:nvSpPr>
        <p:spPr>
          <a:xfrm>
            <a:off x="197379" y="10689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5" name="Google Shape;485;p31"/>
          <p:cNvSpPr txBox="1"/>
          <p:nvPr/>
        </p:nvSpPr>
        <p:spPr>
          <a:xfrm>
            <a:off x="197379" y="19085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6" name="Google Shape;486;p31"/>
          <p:cNvSpPr txBox="1"/>
          <p:nvPr/>
        </p:nvSpPr>
        <p:spPr>
          <a:xfrm>
            <a:off x="197379" y="27479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7" name="Google Shape;487;p31"/>
          <p:cNvSpPr txBox="1"/>
          <p:nvPr/>
        </p:nvSpPr>
        <p:spPr>
          <a:xfrm>
            <a:off x="197379" y="35806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3" name="Google Shape;493;p32"/>
          <p:cNvSpPr txBox="1"/>
          <p:nvPr>
            <p:ph idx="1" type="subTitle"/>
          </p:nvPr>
        </p:nvSpPr>
        <p:spPr>
          <a:xfrm>
            <a:off x="216150" y="196450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pSp>
        <p:nvGrpSpPr>
          <p:cNvPr id="494" name="Google Shape;494;p32"/>
          <p:cNvGrpSpPr/>
          <p:nvPr/>
        </p:nvGrpSpPr>
        <p:grpSpPr>
          <a:xfrm>
            <a:off x="3599550" y="1949929"/>
            <a:ext cx="2621409" cy="1243595"/>
            <a:chOff x="536900" y="904550"/>
            <a:chExt cx="2621409" cy="1243595"/>
          </a:xfrm>
        </p:grpSpPr>
        <p:sp>
          <p:nvSpPr>
            <p:cNvPr id="495" name="Google Shape;495;p32"/>
            <p:cNvSpPr/>
            <p:nvPr/>
          </p:nvSpPr>
          <p:spPr>
            <a:xfrm>
              <a:off x="1539577" y="904550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888957" y="1342931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536900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8" name="Google Shape;498;p32"/>
            <p:cNvSpPr/>
            <p:nvPr/>
          </p:nvSpPr>
          <p:spPr>
            <a:xfrm>
              <a:off x="1202383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2261933" y="1393249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1878727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2544209" y="1825045"/>
              <a:ext cx="614100" cy="323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502" name="Google Shape;502;p32"/>
            <p:cNvCxnSpPr>
              <a:stCxn id="495" idx="1"/>
              <a:endCxn id="496" idx="0"/>
            </p:cNvCxnSpPr>
            <p:nvPr/>
          </p:nvCxnSpPr>
          <p:spPr>
            <a:xfrm flipH="1">
              <a:off x="1196077" y="1066100"/>
              <a:ext cx="343500" cy="276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3" name="Google Shape;503;p32"/>
            <p:cNvCxnSpPr>
              <a:stCxn id="495" idx="3"/>
              <a:endCxn id="499" idx="0"/>
            </p:cNvCxnSpPr>
            <p:nvPr/>
          </p:nvCxnSpPr>
          <p:spPr>
            <a:xfrm>
              <a:off x="2153677" y="1066100"/>
              <a:ext cx="415200" cy="327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4" name="Google Shape;504;p32"/>
            <p:cNvCxnSpPr>
              <a:stCxn id="496" idx="2"/>
              <a:endCxn id="497" idx="0"/>
            </p:cNvCxnSpPr>
            <p:nvPr/>
          </p:nvCxnSpPr>
          <p:spPr>
            <a:xfrm flipH="1">
              <a:off x="843807" y="1666031"/>
              <a:ext cx="3522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5" name="Google Shape;505;p32"/>
            <p:cNvCxnSpPr>
              <a:stCxn id="496" idx="2"/>
              <a:endCxn id="498" idx="0"/>
            </p:cNvCxnSpPr>
            <p:nvPr/>
          </p:nvCxnSpPr>
          <p:spPr>
            <a:xfrm>
              <a:off x="1196007" y="1666031"/>
              <a:ext cx="313500" cy="159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6" name="Google Shape;506;p32"/>
            <p:cNvCxnSpPr>
              <a:stCxn id="499" idx="2"/>
              <a:endCxn id="500" idx="0"/>
            </p:cNvCxnSpPr>
            <p:nvPr/>
          </p:nvCxnSpPr>
          <p:spPr>
            <a:xfrm flipH="1">
              <a:off x="2185883" y="1716349"/>
              <a:ext cx="3831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7" name="Google Shape;507;p32"/>
            <p:cNvCxnSpPr>
              <a:stCxn id="499" idx="2"/>
              <a:endCxn id="501" idx="0"/>
            </p:cNvCxnSpPr>
            <p:nvPr/>
          </p:nvCxnSpPr>
          <p:spPr>
            <a:xfrm>
              <a:off x="2568983" y="1716349"/>
              <a:ext cx="282300" cy="108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508" name="Google Shape;5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250" y="1776064"/>
            <a:ext cx="2386977" cy="15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2"/>
          <p:cNvSpPr txBox="1"/>
          <p:nvPr/>
        </p:nvSpPr>
        <p:spPr>
          <a:xfrm>
            <a:off x="3083988" y="2307427"/>
            <a:ext cx="379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</a:t>
            </a:r>
            <a:endParaRPr b="1"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32"/>
          <p:cNvSpPr txBox="1"/>
          <p:nvPr/>
        </p:nvSpPr>
        <p:spPr>
          <a:xfrm>
            <a:off x="6386963" y="2307427"/>
            <a:ext cx="379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32"/>
          <p:cNvSpPr txBox="1"/>
          <p:nvPr/>
        </p:nvSpPr>
        <p:spPr>
          <a:xfrm>
            <a:off x="6850354" y="1881877"/>
            <a:ext cx="21708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Hybrid Model</a:t>
            </a:r>
            <a:endParaRPr b="1"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 txBox="1"/>
          <p:nvPr/>
        </p:nvSpPr>
        <p:spPr>
          <a:xfrm>
            <a:off x="1000050" y="2198550"/>
            <a:ext cx="7143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How?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4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34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aphicFrame>
        <p:nvGraphicFramePr>
          <p:cNvPr id="525" name="Google Shape;525;p34"/>
          <p:cNvGraphicFramePr/>
          <p:nvPr/>
        </p:nvGraphicFramePr>
        <p:xfrm>
          <a:off x="556875" y="2199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26975"/>
                <a:gridCol w="326975"/>
                <a:gridCol w="326975"/>
                <a:gridCol w="3269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26" name="Google Shape;526;p34"/>
          <p:cNvCxnSpPr>
            <a:endCxn id="527" idx="1"/>
          </p:cNvCxnSpPr>
          <p:nvPr/>
        </p:nvCxnSpPr>
        <p:spPr>
          <a:xfrm flipH="1" rot="10800000">
            <a:off x="1869895" y="2991927"/>
            <a:ext cx="1106400" cy="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34"/>
          <p:cNvSpPr txBox="1"/>
          <p:nvPr/>
        </p:nvSpPr>
        <p:spPr>
          <a:xfrm>
            <a:off x="1977225" y="2219350"/>
            <a:ext cx="786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 Linear Model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9" name="Google Shape;529;p34"/>
          <p:cNvCxnSpPr>
            <a:stCxn id="527" idx="3"/>
            <a:endCxn id="530" idx="1"/>
          </p:cNvCxnSpPr>
          <p:nvPr/>
        </p:nvCxnSpPr>
        <p:spPr>
          <a:xfrm>
            <a:off x="5363272" y="2991927"/>
            <a:ext cx="1111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1" name="Google Shape;531;p34"/>
          <p:cNvSpPr txBox="1"/>
          <p:nvPr/>
        </p:nvSpPr>
        <p:spPr>
          <a:xfrm>
            <a:off x="5375700" y="2219350"/>
            <a:ext cx="976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Calculate Cost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34"/>
          <p:cNvSpPr txBox="1"/>
          <p:nvPr/>
        </p:nvSpPr>
        <p:spPr>
          <a:xfrm>
            <a:off x="142825" y="1676975"/>
            <a:ext cx="21360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Entire Dataset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7" name="Google Shape;5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6295" y="2196264"/>
            <a:ext cx="2386977" cy="15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4"/>
          <p:cNvSpPr txBox="1"/>
          <p:nvPr/>
        </p:nvSpPr>
        <p:spPr>
          <a:xfrm>
            <a:off x="2976284" y="1355900"/>
            <a:ext cx="23739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34" name="Google Shape;534;p34"/>
          <p:cNvGrpSpPr/>
          <p:nvPr/>
        </p:nvGrpSpPr>
        <p:grpSpPr>
          <a:xfrm>
            <a:off x="6474781" y="2196263"/>
            <a:ext cx="2526395" cy="1591325"/>
            <a:chOff x="6474781" y="2196263"/>
            <a:chExt cx="2526395" cy="1591325"/>
          </a:xfrm>
        </p:grpSpPr>
        <p:pic>
          <p:nvPicPr>
            <p:cNvPr id="530" name="Google Shape;530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4781" y="2196263"/>
              <a:ext cx="2526395" cy="159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4"/>
            <p:cNvSpPr/>
            <p:nvPr/>
          </p:nvSpPr>
          <p:spPr>
            <a:xfrm>
              <a:off x="7408175" y="2485150"/>
              <a:ext cx="105900" cy="1107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36" name="Google Shape;536;p34"/>
            <p:cNvSpPr txBox="1"/>
            <p:nvPr/>
          </p:nvSpPr>
          <p:spPr>
            <a:xfrm>
              <a:off x="7514075" y="2323525"/>
              <a:ext cx="1180200" cy="1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Error</a:t>
              </a:r>
              <a:endParaRPr b="1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5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35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pSp>
        <p:nvGrpSpPr>
          <p:cNvPr id="543" name="Google Shape;543;p35"/>
          <p:cNvGrpSpPr/>
          <p:nvPr/>
        </p:nvGrpSpPr>
        <p:grpSpPr>
          <a:xfrm>
            <a:off x="451291" y="1639789"/>
            <a:ext cx="3648754" cy="1863920"/>
            <a:chOff x="668650" y="1583814"/>
            <a:chExt cx="5388000" cy="2205300"/>
          </a:xfrm>
        </p:grpSpPr>
        <p:sp>
          <p:nvSpPr>
            <p:cNvPr id="544" name="Google Shape;544;p35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545" name="Google Shape;5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6" name="Google Shape;546;p35"/>
          <p:cNvSpPr txBox="1"/>
          <p:nvPr/>
        </p:nvSpPr>
        <p:spPr>
          <a:xfrm>
            <a:off x="4520125" y="1639800"/>
            <a:ext cx="42699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Root Node is a Logistic Regression Model trained on whole dataset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7" name="Google Shape;547;p35"/>
          <p:cNvCxnSpPr>
            <a:stCxn id="544" idx="2"/>
          </p:cNvCxnSpPr>
          <p:nvPr/>
        </p:nvCxnSpPr>
        <p:spPr>
          <a:xfrm flipH="1">
            <a:off x="724668" y="3503709"/>
            <a:ext cx="1551000" cy="118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35"/>
          <p:cNvCxnSpPr>
            <a:stCxn id="544" idx="2"/>
          </p:cNvCxnSpPr>
          <p:nvPr/>
        </p:nvCxnSpPr>
        <p:spPr>
          <a:xfrm>
            <a:off x="2275668" y="3503709"/>
            <a:ext cx="1524000" cy="12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6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36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aphicFrame>
        <p:nvGraphicFramePr>
          <p:cNvPr id="555" name="Google Shape;555;p36"/>
          <p:cNvGraphicFramePr/>
          <p:nvPr/>
        </p:nvGraphicFramePr>
        <p:xfrm>
          <a:off x="423650" y="8474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82850"/>
                <a:gridCol w="382850"/>
              </a:tblGrid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6" name="Google Shape;556;p36"/>
          <p:cNvGraphicFramePr/>
          <p:nvPr/>
        </p:nvGraphicFramePr>
        <p:xfrm>
          <a:off x="423650" y="3141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82850"/>
                <a:gridCol w="382850"/>
              </a:tblGrid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7" name="Google Shape;5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840" y="847450"/>
            <a:ext cx="2377160" cy="1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850" y="3141187"/>
            <a:ext cx="2377150" cy="15847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9" name="Google Shape;559;p36"/>
          <p:cNvCxnSpPr>
            <a:endCxn id="557" idx="1"/>
          </p:cNvCxnSpPr>
          <p:nvPr/>
        </p:nvCxnSpPr>
        <p:spPr>
          <a:xfrm flipH="1" rot="10800000">
            <a:off x="1187840" y="1639850"/>
            <a:ext cx="570000" cy="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36"/>
          <p:cNvCxnSpPr>
            <a:endCxn id="558" idx="1"/>
          </p:cNvCxnSpPr>
          <p:nvPr/>
        </p:nvCxnSpPr>
        <p:spPr>
          <a:xfrm flipH="1" rot="10800000">
            <a:off x="1187850" y="3933571"/>
            <a:ext cx="5700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6"/>
          <p:cNvSpPr txBox="1"/>
          <p:nvPr/>
        </p:nvSpPr>
        <p:spPr>
          <a:xfrm>
            <a:off x="1625900" y="2525375"/>
            <a:ext cx="4410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 a linear model on subsets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62" name="Google Shape;562;p36"/>
          <p:cNvGrpSpPr/>
          <p:nvPr/>
        </p:nvGrpSpPr>
        <p:grpSpPr>
          <a:xfrm>
            <a:off x="5804556" y="846738"/>
            <a:ext cx="2526395" cy="1591325"/>
            <a:chOff x="5968206" y="2198813"/>
            <a:chExt cx="2526395" cy="1591325"/>
          </a:xfrm>
        </p:grpSpPr>
        <p:pic>
          <p:nvPicPr>
            <p:cNvPr id="563" name="Google Shape;56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8206" y="2198813"/>
              <a:ext cx="2526395" cy="159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36"/>
            <p:cNvSpPr/>
            <p:nvPr/>
          </p:nvSpPr>
          <p:spPr>
            <a:xfrm>
              <a:off x="6893825" y="2524100"/>
              <a:ext cx="105900" cy="1107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5" name="Google Shape;565;p36"/>
            <p:cNvSpPr txBox="1"/>
            <p:nvPr/>
          </p:nvSpPr>
          <p:spPr>
            <a:xfrm>
              <a:off x="6999725" y="2362475"/>
              <a:ext cx="1180200" cy="1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Base </a:t>
              </a:r>
              <a:r>
                <a:rPr b="1" lang="en" sz="1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Error</a:t>
              </a:r>
              <a:endParaRPr b="1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66" name="Google Shape;566;p36"/>
          <p:cNvGrpSpPr/>
          <p:nvPr/>
        </p:nvGrpSpPr>
        <p:grpSpPr>
          <a:xfrm>
            <a:off x="5804543" y="3140913"/>
            <a:ext cx="2526395" cy="1591325"/>
            <a:chOff x="6474781" y="2196263"/>
            <a:chExt cx="2526395" cy="1591325"/>
          </a:xfrm>
        </p:grpSpPr>
        <p:pic>
          <p:nvPicPr>
            <p:cNvPr id="567" name="Google Shape;5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4781" y="2196263"/>
              <a:ext cx="2526395" cy="159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8" name="Google Shape;568;p36"/>
            <p:cNvSpPr/>
            <p:nvPr/>
          </p:nvSpPr>
          <p:spPr>
            <a:xfrm>
              <a:off x="7408175" y="2485150"/>
              <a:ext cx="105900" cy="1107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9" name="Google Shape;569;p36"/>
            <p:cNvSpPr txBox="1"/>
            <p:nvPr/>
          </p:nvSpPr>
          <p:spPr>
            <a:xfrm>
              <a:off x="7514075" y="2323525"/>
              <a:ext cx="1180200" cy="1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Base </a:t>
              </a:r>
              <a:r>
                <a:rPr lang="en" sz="1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Error</a:t>
              </a:r>
              <a:endPara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570" name="Google Shape;570;p36"/>
          <p:cNvCxnSpPr>
            <a:stCxn id="557" idx="3"/>
            <a:endCxn id="563" idx="1"/>
          </p:cNvCxnSpPr>
          <p:nvPr/>
        </p:nvCxnSpPr>
        <p:spPr>
          <a:xfrm>
            <a:off x="4135000" y="1639850"/>
            <a:ext cx="1669500" cy="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36"/>
          <p:cNvCxnSpPr>
            <a:stCxn id="558" idx="3"/>
            <a:endCxn id="567" idx="1"/>
          </p:cNvCxnSpPr>
          <p:nvPr/>
        </p:nvCxnSpPr>
        <p:spPr>
          <a:xfrm>
            <a:off x="4135001" y="3933571"/>
            <a:ext cx="1669500" cy="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" name="Google Shape;572;p36"/>
          <p:cNvSpPr/>
          <p:nvPr/>
        </p:nvSpPr>
        <p:spPr>
          <a:xfrm>
            <a:off x="6802725" y="1502675"/>
            <a:ext cx="105900" cy="110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" name="Google Shape;573;p36"/>
          <p:cNvSpPr txBox="1"/>
          <p:nvPr/>
        </p:nvSpPr>
        <p:spPr>
          <a:xfrm>
            <a:off x="5950950" y="1575800"/>
            <a:ext cx="11802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Subset A </a:t>
            </a: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Error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6318675" y="3788325"/>
            <a:ext cx="105900" cy="110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5" name="Google Shape;575;p36"/>
          <p:cNvSpPr txBox="1"/>
          <p:nvPr/>
        </p:nvSpPr>
        <p:spPr>
          <a:xfrm>
            <a:off x="5879500" y="3927300"/>
            <a:ext cx="11802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Subset B Error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7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1" name="Google Shape;581;p37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aphicFrame>
        <p:nvGraphicFramePr>
          <p:cNvPr id="582" name="Google Shape;582;p37"/>
          <p:cNvGraphicFramePr/>
          <p:nvPr/>
        </p:nvGraphicFramePr>
        <p:xfrm>
          <a:off x="556875" y="2199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26975"/>
                <a:gridCol w="326975"/>
                <a:gridCol w="326975"/>
                <a:gridCol w="326975"/>
              </a:tblGrid>
              <a:tr h="37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83" name="Google Shape;583;p37"/>
          <p:cNvCxnSpPr/>
          <p:nvPr/>
        </p:nvCxnSpPr>
        <p:spPr>
          <a:xfrm flipH="1" rot="10800000">
            <a:off x="1862675" y="2026050"/>
            <a:ext cx="901200" cy="96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84" name="Google Shape;584;p37"/>
          <p:cNvGraphicFramePr/>
          <p:nvPr/>
        </p:nvGraphicFramePr>
        <p:xfrm>
          <a:off x="2761600" y="8396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5" name="Google Shape;585;p37"/>
          <p:cNvGraphicFramePr/>
          <p:nvPr/>
        </p:nvGraphicFramePr>
        <p:xfrm>
          <a:off x="2761600" y="3133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86" name="Google Shape;586;p37"/>
          <p:cNvCxnSpPr/>
          <p:nvPr/>
        </p:nvCxnSpPr>
        <p:spPr>
          <a:xfrm>
            <a:off x="1869200" y="2993575"/>
            <a:ext cx="859500" cy="90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37"/>
          <p:cNvSpPr txBox="1"/>
          <p:nvPr/>
        </p:nvSpPr>
        <p:spPr>
          <a:xfrm>
            <a:off x="219450" y="882613"/>
            <a:ext cx="20553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each feature split the data based on a threshold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" name="Google Shape;588;p37"/>
          <p:cNvSpPr txBox="1"/>
          <p:nvPr/>
        </p:nvSpPr>
        <p:spPr>
          <a:xfrm rot="-2824488">
            <a:off x="1661014" y="2155710"/>
            <a:ext cx="1166006" cy="30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 &gt; A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9" name="Google Shape;589;p37"/>
          <p:cNvSpPr txBox="1"/>
          <p:nvPr/>
        </p:nvSpPr>
        <p:spPr>
          <a:xfrm rot="2700625">
            <a:off x="1794170" y="3002321"/>
            <a:ext cx="1166090" cy="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 &lt;= A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90" name="Google Shape;5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315" y="839650"/>
            <a:ext cx="2377160" cy="1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325" y="3133387"/>
            <a:ext cx="2377150" cy="15847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2" name="Google Shape;592;p37"/>
          <p:cNvCxnSpPr>
            <a:endCxn id="590" idx="1"/>
          </p:cNvCxnSpPr>
          <p:nvPr/>
        </p:nvCxnSpPr>
        <p:spPr>
          <a:xfrm flipH="1" rot="10800000">
            <a:off x="4297315" y="1632050"/>
            <a:ext cx="570000" cy="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37"/>
          <p:cNvCxnSpPr>
            <a:endCxn id="591" idx="1"/>
          </p:cNvCxnSpPr>
          <p:nvPr/>
        </p:nvCxnSpPr>
        <p:spPr>
          <a:xfrm flipH="1" rot="10800000">
            <a:off x="4297325" y="3925771"/>
            <a:ext cx="5700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4" name="Google Shape;594;p37"/>
          <p:cNvSpPr txBox="1"/>
          <p:nvPr/>
        </p:nvSpPr>
        <p:spPr>
          <a:xfrm>
            <a:off x="3943150" y="2597100"/>
            <a:ext cx="3041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 a linear model on a subset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8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0" name="Google Shape;600;p38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aphicFrame>
        <p:nvGraphicFramePr>
          <p:cNvPr id="601" name="Google Shape;601;p38"/>
          <p:cNvGraphicFramePr/>
          <p:nvPr/>
        </p:nvGraphicFramePr>
        <p:xfrm>
          <a:off x="423650" y="8474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82850"/>
                <a:gridCol w="382850"/>
              </a:tblGrid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2" name="Google Shape;602;p38"/>
          <p:cNvGraphicFramePr/>
          <p:nvPr/>
        </p:nvGraphicFramePr>
        <p:xfrm>
          <a:off x="423650" y="3141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{2994DFDA-D007-44F9-83A8-F2A4F38CA099}</a:tableStyleId>
              </a:tblPr>
              <a:tblGrid>
                <a:gridCol w="382850"/>
                <a:gridCol w="382850"/>
              </a:tblGrid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03" name="Google Shape;6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840" y="847450"/>
            <a:ext cx="2377160" cy="1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850" y="3141187"/>
            <a:ext cx="2377150" cy="15847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5" name="Google Shape;605;p38"/>
          <p:cNvCxnSpPr>
            <a:endCxn id="603" idx="1"/>
          </p:cNvCxnSpPr>
          <p:nvPr/>
        </p:nvCxnSpPr>
        <p:spPr>
          <a:xfrm flipH="1" rot="10800000">
            <a:off x="1187840" y="1639850"/>
            <a:ext cx="570000" cy="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38"/>
          <p:cNvCxnSpPr>
            <a:endCxn id="604" idx="1"/>
          </p:cNvCxnSpPr>
          <p:nvPr/>
        </p:nvCxnSpPr>
        <p:spPr>
          <a:xfrm flipH="1" rot="10800000">
            <a:off x="1187850" y="3933571"/>
            <a:ext cx="5700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07" name="Google Shape;607;p38"/>
          <p:cNvGrpSpPr/>
          <p:nvPr/>
        </p:nvGrpSpPr>
        <p:grpSpPr>
          <a:xfrm>
            <a:off x="5804556" y="846738"/>
            <a:ext cx="2526395" cy="1591325"/>
            <a:chOff x="5968206" y="2198813"/>
            <a:chExt cx="2526395" cy="1591325"/>
          </a:xfrm>
        </p:grpSpPr>
        <p:pic>
          <p:nvPicPr>
            <p:cNvPr id="608" name="Google Shape;60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8206" y="2198813"/>
              <a:ext cx="2526395" cy="159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38"/>
            <p:cNvSpPr/>
            <p:nvPr/>
          </p:nvSpPr>
          <p:spPr>
            <a:xfrm>
              <a:off x="6893825" y="2524100"/>
              <a:ext cx="105900" cy="1107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10" name="Google Shape;610;p38"/>
            <p:cNvSpPr txBox="1"/>
            <p:nvPr/>
          </p:nvSpPr>
          <p:spPr>
            <a:xfrm>
              <a:off x="6999725" y="2362475"/>
              <a:ext cx="1180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Base Error</a:t>
              </a:r>
              <a:endParaRPr b="1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11" name="Google Shape;611;p38"/>
          <p:cNvGrpSpPr/>
          <p:nvPr/>
        </p:nvGrpSpPr>
        <p:grpSpPr>
          <a:xfrm>
            <a:off x="5804543" y="3140913"/>
            <a:ext cx="2526395" cy="1591325"/>
            <a:chOff x="6474781" y="2196263"/>
            <a:chExt cx="2526395" cy="1591325"/>
          </a:xfrm>
        </p:grpSpPr>
        <p:pic>
          <p:nvPicPr>
            <p:cNvPr id="612" name="Google Shape;612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4781" y="2196263"/>
              <a:ext cx="2526395" cy="159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38"/>
            <p:cNvSpPr/>
            <p:nvPr/>
          </p:nvSpPr>
          <p:spPr>
            <a:xfrm>
              <a:off x="7408175" y="2485150"/>
              <a:ext cx="105900" cy="1107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14" name="Google Shape;614;p38"/>
            <p:cNvSpPr txBox="1"/>
            <p:nvPr/>
          </p:nvSpPr>
          <p:spPr>
            <a:xfrm>
              <a:off x="7514075" y="2323525"/>
              <a:ext cx="1180200" cy="1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Base Error</a:t>
              </a:r>
              <a:endParaRPr b="1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615" name="Google Shape;615;p38"/>
          <p:cNvCxnSpPr>
            <a:stCxn id="603" idx="3"/>
            <a:endCxn id="608" idx="1"/>
          </p:cNvCxnSpPr>
          <p:nvPr/>
        </p:nvCxnSpPr>
        <p:spPr>
          <a:xfrm>
            <a:off x="4135000" y="1639850"/>
            <a:ext cx="1669500" cy="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38"/>
          <p:cNvCxnSpPr>
            <a:stCxn id="604" idx="3"/>
            <a:endCxn id="612" idx="1"/>
          </p:cNvCxnSpPr>
          <p:nvPr/>
        </p:nvCxnSpPr>
        <p:spPr>
          <a:xfrm>
            <a:off x="4135001" y="3933571"/>
            <a:ext cx="1669500" cy="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7" name="Google Shape;617;p38"/>
          <p:cNvSpPr/>
          <p:nvPr/>
        </p:nvSpPr>
        <p:spPr>
          <a:xfrm>
            <a:off x="6802725" y="1502675"/>
            <a:ext cx="105900" cy="110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" name="Google Shape;618;p38"/>
          <p:cNvSpPr txBox="1"/>
          <p:nvPr/>
        </p:nvSpPr>
        <p:spPr>
          <a:xfrm>
            <a:off x="5950950" y="1575800"/>
            <a:ext cx="14949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Subset A Error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6318675" y="3788325"/>
            <a:ext cx="105900" cy="110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0" name="Google Shape;620;p38"/>
          <p:cNvSpPr txBox="1"/>
          <p:nvPr/>
        </p:nvSpPr>
        <p:spPr>
          <a:xfrm>
            <a:off x="5879500" y="3927300"/>
            <a:ext cx="14949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Subset B Error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1745700" y="2579050"/>
            <a:ext cx="6585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Subset A is the better choice since it reduces the error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" name="Google Shape;622;p38"/>
          <p:cNvSpPr/>
          <p:nvPr/>
        </p:nvSpPr>
        <p:spPr>
          <a:xfrm>
            <a:off x="310800" y="723875"/>
            <a:ext cx="8165100" cy="18552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9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p39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pSp>
        <p:nvGrpSpPr>
          <p:cNvPr id="629" name="Google Shape;629;p39"/>
          <p:cNvGrpSpPr/>
          <p:nvPr/>
        </p:nvGrpSpPr>
        <p:grpSpPr>
          <a:xfrm>
            <a:off x="3411033" y="901692"/>
            <a:ext cx="2511886" cy="1010248"/>
            <a:chOff x="668650" y="1583814"/>
            <a:chExt cx="5388000" cy="2205300"/>
          </a:xfrm>
        </p:grpSpPr>
        <p:sp>
          <p:nvSpPr>
            <p:cNvPr id="630" name="Google Shape;630;p39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31" name="Google Shape;63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32" name="Google Shape;632;p39"/>
          <p:cNvCxnSpPr>
            <a:stCxn id="630" idx="2"/>
            <a:endCxn id="633" idx="0"/>
          </p:cNvCxnSpPr>
          <p:nvPr/>
        </p:nvCxnSpPr>
        <p:spPr>
          <a:xfrm flipH="1">
            <a:off x="2155076" y="1911940"/>
            <a:ext cx="2511900" cy="81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39"/>
          <p:cNvCxnSpPr>
            <a:stCxn id="630" idx="2"/>
            <a:endCxn id="635" idx="0"/>
          </p:cNvCxnSpPr>
          <p:nvPr/>
        </p:nvCxnSpPr>
        <p:spPr>
          <a:xfrm>
            <a:off x="4666976" y="1911940"/>
            <a:ext cx="2552700" cy="81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36" name="Google Shape;636;p39"/>
          <p:cNvGrpSpPr/>
          <p:nvPr/>
        </p:nvGrpSpPr>
        <p:grpSpPr>
          <a:xfrm>
            <a:off x="5963858" y="2731092"/>
            <a:ext cx="2511886" cy="1010248"/>
            <a:chOff x="668650" y="1583814"/>
            <a:chExt cx="5388000" cy="2205300"/>
          </a:xfrm>
        </p:grpSpPr>
        <p:sp>
          <p:nvSpPr>
            <p:cNvPr id="635" name="Google Shape;635;p39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37" name="Google Shape;6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8" name="Google Shape;638;p39"/>
          <p:cNvGrpSpPr/>
          <p:nvPr/>
        </p:nvGrpSpPr>
        <p:grpSpPr>
          <a:xfrm>
            <a:off x="899133" y="2731092"/>
            <a:ext cx="2511886" cy="1010248"/>
            <a:chOff x="668650" y="1583814"/>
            <a:chExt cx="5388000" cy="2205300"/>
          </a:xfrm>
        </p:grpSpPr>
        <p:sp>
          <p:nvSpPr>
            <p:cNvPr id="633" name="Google Shape;633;p39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39" name="Google Shape;6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0" name="Google Shape;640;p39"/>
          <p:cNvSpPr txBox="1"/>
          <p:nvPr/>
        </p:nvSpPr>
        <p:spPr>
          <a:xfrm rot="-1085792">
            <a:off x="2751056" y="1897154"/>
            <a:ext cx="2088088" cy="3133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Subset A &gt; Threshold</a:t>
            </a:r>
            <a:endParaRPr b="1" baseline="-25000"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1" name="Google Shape;641;p39"/>
          <p:cNvSpPr txBox="1"/>
          <p:nvPr/>
        </p:nvSpPr>
        <p:spPr>
          <a:xfrm rot="1166703">
            <a:off x="4710259" y="1969779"/>
            <a:ext cx="2087997" cy="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Subset A &lt;= Threshold</a:t>
            </a:r>
            <a:endParaRPr b="1" baseline="-25000"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0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7" name="Google Shape;647;p40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Proposed Method</a:t>
            </a:r>
            <a:endParaRPr/>
          </a:p>
        </p:txBody>
      </p:sp>
      <p:grpSp>
        <p:nvGrpSpPr>
          <p:cNvPr id="648" name="Google Shape;648;p40"/>
          <p:cNvGrpSpPr/>
          <p:nvPr/>
        </p:nvGrpSpPr>
        <p:grpSpPr>
          <a:xfrm>
            <a:off x="4023970" y="901689"/>
            <a:ext cx="1129325" cy="504132"/>
            <a:chOff x="668650" y="1583814"/>
            <a:chExt cx="5388000" cy="2205300"/>
          </a:xfrm>
        </p:grpSpPr>
        <p:sp>
          <p:nvSpPr>
            <p:cNvPr id="649" name="Google Shape;649;p40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50" name="Google Shape;65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51" name="Google Shape;651;p40"/>
          <p:cNvCxnSpPr>
            <a:stCxn id="649" idx="2"/>
            <a:endCxn id="652" idx="0"/>
          </p:cNvCxnSpPr>
          <p:nvPr/>
        </p:nvCxnSpPr>
        <p:spPr>
          <a:xfrm flipH="1">
            <a:off x="3497232" y="1405821"/>
            <a:ext cx="1091400" cy="40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40"/>
          <p:cNvCxnSpPr>
            <a:stCxn id="649" idx="2"/>
            <a:endCxn id="654" idx="0"/>
          </p:cNvCxnSpPr>
          <p:nvPr/>
        </p:nvCxnSpPr>
        <p:spPr>
          <a:xfrm>
            <a:off x="4588632" y="1405821"/>
            <a:ext cx="1318800" cy="40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55" name="Google Shape;655;p40"/>
          <p:cNvGrpSpPr/>
          <p:nvPr/>
        </p:nvGrpSpPr>
        <p:grpSpPr>
          <a:xfrm>
            <a:off x="5342703" y="1814606"/>
            <a:ext cx="1129325" cy="504132"/>
            <a:chOff x="668650" y="1583814"/>
            <a:chExt cx="5388000" cy="2205300"/>
          </a:xfrm>
        </p:grpSpPr>
        <p:sp>
          <p:nvSpPr>
            <p:cNvPr id="654" name="Google Shape;654;p40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56" name="Google Shape;6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7" name="Google Shape;657;p40"/>
          <p:cNvGrpSpPr/>
          <p:nvPr/>
        </p:nvGrpSpPr>
        <p:grpSpPr>
          <a:xfrm>
            <a:off x="2932703" y="1814606"/>
            <a:ext cx="1129325" cy="504132"/>
            <a:chOff x="668650" y="1583814"/>
            <a:chExt cx="5388000" cy="2205300"/>
          </a:xfrm>
        </p:grpSpPr>
        <p:sp>
          <p:nvSpPr>
            <p:cNvPr id="652" name="Google Shape;652;p40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58" name="Google Shape;6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9" name="Google Shape;659;p40"/>
          <p:cNvGrpSpPr/>
          <p:nvPr/>
        </p:nvGrpSpPr>
        <p:grpSpPr>
          <a:xfrm>
            <a:off x="2330103" y="2466231"/>
            <a:ext cx="2334525" cy="504132"/>
            <a:chOff x="2330103" y="2466231"/>
            <a:chExt cx="2334525" cy="504132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2330103" y="2466231"/>
              <a:ext cx="1129325" cy="504132"/>
              <a:chOff x="668650" y="1583814"/>
              <a:chExt cx="5388000" cy="2205300"/>
            </a:xfrm>
          </p:grpSpPr>
          <p:sp>
            <p:nvSpPr>
              <p:cNvPr id="661" name="Google Shape;661;p40"/>
              <p:cNvSpPr/>
              <p:nvPr/>
            </p:nvSpPr>
            <p:spPr>
              <a:xfrm>
                <a:off x="668650" y="1583814"/>
                <a:ext cx="5388000" cy="22053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662" name="Google Shape;662;p4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54261" y="1747537"/>
                <a:ext cx="2816775" cy="1877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3" name="Google Shape;663;p40"/>
            <p:cNvGrpSpPr/>
            <p:nvPr/>
          </p:nvGrpSpPr>
          <p:grpSpPr>
            <a:xfrm>
              <a:off x="3535303" y="2466231"/>
              <a:ext cx="1129325" cy="504132"/>
              <a:chOff x="668650" y="1583814"/>
              <a:chExt cx="5388000" cy="2205300"/>
            </a:xfrm>
          </p:grpSpPr>
          <p:sp>
            <p:nvSpPr>
              <p:cNvPr id="664" name="Google Shape;664;p40"/>
              <p:cNvSpPr/>
              <p:nvPr/>
            </p:nvSpPr>
            <p:spPr>
              <a:xfrm>
                <a:off x="668650" y="1583814"/>
                <a:ext cx="5388000" cy="22053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665" name="Google Shape;665;p4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54261" y="1747537"/>
                <a:ext cx="2816775" cy="1877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666" name="Google Shape;666;p40"/>
          <p:cNvCxnSpPr>
            <a:stCxn id="652" idx="2"/>
            <a:endCxn id="661" idx="0"/>
          </p:cNvCxnSpPr>
          <p:nvPr/>
        </p:nvCxnSpPr>
        <p:spPr>
          <a:xfrm flipH="1">
            <a:off x="2894665" y="2318738"/>
            <a:ext cx="602700" cy="1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40"/>
          <p:cNvCxnSpPr>
            <a:stCxn id="652" idx="2"/>
            <a:endCxn id="664" idx="0"/>
          </p:cNvCxnSpPr>
          <p:nvPr/>
        </p:nvCxnSpPr>
        <p:spPr>
          <a:xfrm>
            <a:off x="3497365" y="2318738"/>
            <a:ext cx="602700" cy="1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8" name="Google Shape;668;p40"/>
          <p:cNvGrpSpPr/>
          <p:nvPr/>
        </p:nvGrpSpPr>
        <p:grpSpPr>
          <a:xfrm>
            <a:off x="4740103" y="2466231"/>
            <a:ext cx="2334525" cy="504132"/>
            <a:chOff x="2330103" y="2466231"/>
            <a:chExt cx="2334525" cy="504132"/>
          </a:xfrm>
        </p:grpSpPr>
        <p:grpSp>
          <p:nvGrpSpPr>
            <p:cNvPr id="669" name="Google Shape;669;p40"/>
            <p:cNvGrpSpPr/>
            <p:nvPr/>
          </p:nvGrpSpPr>
          <p:grpSpPr>
            <a:xfrm>
              <a:off x="2330103" y="2466231"/>
              <a:ext cx="1129325" cy="504132"/>
              <a:chOff x="668650" y="1583814"/>
              <a:chExt cx="5388000" cy="2205300"/>
            </a:xfrm>
          </p:grpSpPr>
          <p:sp>
            <p:nvSpPr>
              <p:cNvPr id="670" name="Google Shape;670;p40"/>
              <p:cNvSpPr/>
              <p:nvPr/>
            </p:nvSpPr>
            <p:spPr>
              <a:xfrm>
                <a:off x="668650" y="1583814"/>
                <a:ext cx="5388000" cy="22053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671" name="Google Shape;671;p4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54261" y="1747537"/>
                <a:ext cx="2816775" cy="1877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72" name="Google Shape;672;p40"/>
            <p:cNvGrpSpPr/>
            <p:nvPr/>
          </p:nvGrpSpPr>
          <p:grpSpPr>
            <a:xfrm>
              <a:off x="3535303" y="2466231"/>
              <a:ext cx="1129325" cy="504132"/>
              <a:chOff x="668650" y="1583814"/>
              <a:chExt cx="5388000" cy="2205300"/>
            </a:xfrm>
          </p:grpSpPr>
          <p:sp>
            <p:nvSpPr>
              <p:cNvPr id="673" name="Google Shape;673;p40"/>
              <p:cNvSpPr/>
              <p:nvPr/>
            </p:nvSpPr>
            <p:spPr>
              <a:xfrm>
                <a:off x="668650" y="1583814"/>
                <a:ext cx="5388000" cy="22053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674" name="Google Shape;674;p4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54261" y="1747537"/>
                <a:ext cx="2816775" cy="1877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675" name="Google Shape;675;p40"/>
          <p:cNvCxnSpPr>
            <a:stCxn id="654" idx="2"/>
            <a:endCxn id="670" idx="0"/>
          </p:cNvCxnSpPr>
          <p:nvPr/>
        </p:nvCxnSpPr>
        <p:spPr>
          <a:xfrm flipH="1">
            <a:off x="5304665" y="2318738"/>
            <a:ext cx="602700" cy="1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40"/>
          <p:cNvCxnSpPr>
            <a:stCxn id="654" idx="2"/>
            <a:endCxn id="673" idx="0"/>
          </p:cNvCxnSpPr>
          <p:nvPr/>
        </p:nvCxnSpPr>
        <p:spPr>
          <a:xfrm>
            <a:off x="5907365" y="2318738"/>
            <a:ext cx="602700" cy="1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7" name="Google Shape;677;p40"/>
          <p:cNvSpPr txBox="1"/>
          <p:nvPr/>
        </p:nvSpPr>
        <p:spPr>
          <a:xfrm>
            <a:off x="279750" y="1839575"/>
            <a:ext cx="1557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Subset A </a:t>
            </a:r>
            <a:endParaRPr b="1"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8" name="Google Shape;678;p40"/>
          <p:cNvSpPr txBox="1"/>
          <p:nvPr/>
        </p:nvSpPr>
        <p:spPr>
          <a:xfrm>
            <a:off x="279750" y="2466225"/>
            <a:ext cx="1557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Subset </a:t>
            </a:r>
            <a:r>
              <a:rPr b="1"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b="1"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9" name="Google Shape;679;p40"/>
          <p:cNvSpPr txBox="1"/>
          <p:nvPr/>
        </p:nvSpPr>
        <p:spPr>
          <a:xfrm>
            <a:off x="7306375" y="2491200"/>
            <a:ext cx="1557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Subset C </a:t>
            </a:r>
            <a:endParaRPr b="1"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0" name="Google Shape;680;p40"/>
          <p:cNvCxnSpPr>
            <a:endCxn id="681" idx="0"/>
          </p:cNvCxnSpPr>
          <p:nvPr/>
        </p:nvCxnSpPr>
        <p:spPr>
          <a:xfrm>
            <a:off x="6510158" y="2970291"/>
            <a:ext cx="715500" cy="3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40"/>
          <p:cNvCxnSpPr>
            <a:stCxn id="661" idx="2"/>
            <a:endCxn id="683" idx="0"/>
          </p:cNvCxnSpPr>
          <p:nvPr/>
        </p:nvCxnSpPr>
        <p:spPr>
          <a:xfrm flipH="1">
            <a:off x="1986365" y="2970363"/>
            <a:ext cx="908400" cy="44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84" name="Google Shape;684;p40"/>
          <p:cNvGrpSpPr/>
          <p:nvPr/>
        </p:nvGrpSpPr>
        <p:grpSpPr>
          <a:xfrm>
            <a:off x="1395439" y="3412891"/>
            <a:ext cx="1181588" cy="553971"/>
            <a:chOff x="668650" y="1583814"/>
            <a:chExt cx="5388000" cy="2205300"/>
          </a:xfrm>
        </p:grpSpPr>
        <p:sp>
          <p:nvSpPr>
            <p:cNvPr id="683" name="Google Shape;683;p40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85" name="Google Shape;68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6" name="Google Shape;686;p40"/>
          <p:cNvGrpSpPr/>
          <p:nvPr/>
        </p:nvGrpSpPr>
        <p:grpSpPr>
          <a:xfrm>
            <a:off x="6634864" y="3359091"/>
            <a:ext cx="1181588" cy="553971"/>
            <a:chOff x="668650" y="1583814"/>
            <a:chExt cx="5388000" cy="2205300"/>
          </a:xfrm>
        </p:grpSpPr>
        <p:sp>
          <p:nvSpPr>
            <p:cNvPr id="681" name="Google Shape;681;p40"/>
            <p:cNvSpPr/>
            <p:nvPr/>
          </p:nvSpPr>
          <p:spPr>
            <a:xfrm>
              <a:off x="668650" y="1583814"/>
              <a:ext cx="5388000" cy="2205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687" name="Google Shape;68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4261" y="1747537"/>
              <a:ext cx="2816775" cy="1877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8" name="Google Shape;688;p40"/>
          <p:cNvSpPr txBox="1"/>
          <p:nvPr/>
        </p:nvSpPr>
        <p:spPr>
          <a:xfrm>
            <a:off x="2718125" y="3412898"/>
            <a:ext cx="3845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………</a:t>
            </a:r>
            <a:endParaRPr b="1"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4" name="Google Shape;694;p41"/>
          <p:cNvSpPr txBox="1"/>
          <p:nvPr/>
        </p:nvSpPr>
        <p:spPr>
          <a:xfrm>
            <a:off x="516862" y="10689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strike="sng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Base Models</a:t>
            </a:r>
            <a:endParaRPr sz="3650" strike="sng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5" name="Google Shape;695;p41"/>
          <p:cNvSpPr txBox="1"/>
          <p:nvPr/>
        </p:nvSpPr>
        <p:spPr>
          <a:xfrm>
            <a:off x="516848" y="1908500"/>
            <a:ext cx="8040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strike="sng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Proposed Model</a:t>
            </a:r>
            <a:endParaRPr sz="3650" strike="sng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6" name="Google Shape;696;p41"/>
          <p:cNvSpPr txBox="1"/>
          <p:nvPr/>
        </p:nvSpPr>
        <p:spPr>
          <a:xfrm>
            <a:off x="516862" y="27479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00FF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Comparison of Results </a:t>
            </a:r>
            <a:endParaRPr b="1" sz="3650">
              <a:solidFill>
                <a:srgbClr val="00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7" name="Google Shape;697;p41"/>
          <p:cNvSpPr txBox="1"/>
          <p:nvPr/>
        </p:nvSpPr>
        <p:spPr>
          <a:xfrm>
            <a:off x="516862" y="35806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and Answers </a:t>
            </a:r>
            <a:endParaRPr sz="36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8" name="Google Shape;698;p41"/>
          <p:cNvSpPr txBox="1"/>
          <p:nvPr/>
        </p:nvSpPr>
        <p:spPr>
          <a:xfrm>
            <a:off x="197379" y="10689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9" name="Google Shape;699;p41"/>
          <p:cNvSpPr txBox="1"/>
          <p:nvPr/>
        </p:nvSpPr>
        <p:spPr>
          <a:xfrm>
            <a:off x="197379" y="19085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0" name="Google Shape;700;p41"/>
          <p:cNvSpPr txBox="1"/>
          <p:nvPr/>
        </p:nvSpPr>
        <p:spPr>
          <a:xfrm>
            <a:off x="197379" y="27479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197379" y="35806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2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7" name="Google Shape;707;p42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708" name="Google Shape;708;p4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575" y="805375"/>
            <a:ext cx="6605457" cy="408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3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43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715" name="Google Shape;715;p4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363" y="835400"/>
            <a:ext cx="6609866" cy="40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4"/>
          <p:cNvSpPr txBox="1"/>
          <p:nvPr>
            <p:ph idx="12" type="sldNum"/>
          </p:nvPr>
        </p:nvSpPr>
        <p:spPr>
          <a:xfrm>
            <a:off x="8475758" y="4628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44"/>
          <p:cNvSpPr txBox="1"/>
          <p:nvPr>
            <p:ph idx="1" type="subTitle"/>
          </p:nvPr>
        </p:nvSpPr>
        <p:spPr>
          <a:xfrm>
            <a:off x="219450" y="161825"/>
            <a:ext cx="8711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722" name="Google Shape;722;p4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275" y="856775"/>
            <a:ext cx="6605457" cy="408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" name="Google Shape;728;p45"/>
          <p:cNvSpPr txBox="1"/>
          <p:nvPr/>
        </p:nvSpPr>
        <p:spPr>
          <a:xfrm>
            <a:off x="516862" y="10689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strike="sng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Base Models</a:t>
            </a:r>
            <a:endParaRPr sz="3650" strike="sng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9" name="Google Shape;729;p45"/>
          <p:cNvSpPr txBox="1"/>
          <p:nvPr/>
        </p:nvSpPr>
        <p:spPr>
          <a:xfrm>
            <a:off x="516848" y="1908500"/>
            <a:ext cx="8040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strike="sng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Proposed Model</a:t>
            </a:r>
            <a:endParaRPr sz="3650" strike="sng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0" name="Google Shape;730;p45"/>
          <p:cNvSpPr txBox="1"/>
          <p:nvPr/>
        </p:nvSpPr>
        <p:spPr>
          <a:xfrm>
            <a:off x="516862" y="27479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strike="sng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Comparison of Results </a:t>
            </a:r>
            <a:endParaRPr sz="3650" strike="sng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516862" y="35806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00FF00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and Answers </a:t>
            </a:r>
            <a:endParaRPr b="1" sz="3650">
              <a:solidFill>
                <a:srgbClr val="00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2" name="Google Shape;732;p45"/>
          <p:cNvSpPr txBox="1"/>
          <p:nvPr/>
        </p:nvSpPr>
        <p:spPr>
          <a:xfrm>
            <a:off x="197379" y="10689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3" name="Google Shape;733;p45"/>
          <p:cNvSpPr txBox="1"/>
          <p:nvPr/>
        </p:nvSpPr>
        <p:spPr>
          <a:xfrm>
            <a:off x="197379" y="19085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4" name="Google Shape;734;p45"/>
          <p:cNvSpPr txBox="1"/>
          <p:nvPr/>
        </p:nvSpPr>
        <p:spPr>
          <a:xfrm>
            <a:off x="197379" y="27479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5" name="Google Shape;735;p45"/>
          <p:cNvSpPr txBox="1"/>
          <p:nvPr/>
        </p:nvSpPr>
        <p:spPr>
          <a:xfrm>
            <a:off x="197379" y="35806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