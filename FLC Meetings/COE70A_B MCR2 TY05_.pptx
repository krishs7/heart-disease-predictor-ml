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33615A-5E5D-4E34-9A2F-ECF3FA37F7D5}">
  <a:tblStyle styleId="{C433615A-5E5D-4E34-9A2F-ECF3FA37F7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06c884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06c884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06c8841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06c8841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3ef0ae5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3ef0ae5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3f179bc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3f179bc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95850" y="1257300"/>
            <a:ext cx="90480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latin typeface="Montserrat"/>
                <a:ea typeface="Montserrat"/>
                <a:cs typeface="Montserrat"/>
                <a:sym typeface="Montserrat"/>
              </a:rPr>
              <a:t>Heart Disease Prediction Using Hybrid Models</a:t>
            </a:r>
            <a:r>
              <a:rPr lang="en" sz="315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/>
              <a:t>MCR2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Update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Switching and Results</a:t>
            </a:r>
            <a:endParaRPr/>
          </a:p>
        </p:txBody>
      </p:sp>
      <p:pic>
        <p:nvPicPr>
          <p:cNvPr id="66" name="Google Shape;66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263" y="1170125"/>
            <a:ext cx="61794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Results</a:t>
            </a:r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1017425" y="138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{C433615A-5E5D-4E34-9A2F-ECF3FA37F7D5}</a:tableStyleId>
              </a:tblPr>
              <a:tblGrid>
                <a:gridCol w="2225675"/>
                <a:gridCol w="1391050"/>
                <a:gridCol w="1391050"/>
                <a:gridCol w="918100"/>
                <a:gridCol w="1430000"/>
              </a:tblGrid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Accuracy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Precision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Recall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F1-Score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 w/Logistic Regression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chemeClr val="lt1"/>
                          </a:highlight>
                        </a:rPr>
                        <a:t>86.84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80.65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86.21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 w/SVM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85.52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chemeClr val="lt1"/>
                          </a:highlight>
                        </a:rPr>
                        <a:t>82.14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79.31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chemeClr val="lt1"/>
                          </a:highlight>
                        </a:rPr>
                        <a:t>84.5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MT w/Ridge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76.31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64.86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Logistic Regression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84.21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82.76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K-Nearest Neighbors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84.21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74.29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chemeClr val="lt1"/>
                          </a:highlight>
                        </a:rPr>
                        <a:t>89.66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2471750" y="1314350"/>
            <a:ext cx="467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 For Your Time!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875" y="1868450"/>
            <a:ext cx="2970249" cy="29702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2647700" y="1314350"/>
            <a:ext cx="467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Thank You For Your Time!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2002850" y="5645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5" name="Google Shape;85;p17"/>
          <p:cNvCxnSpPr>
            <a:stCxn id="84" idx="4"/>
            <a:endCxn id="86" idx="0"/>
          </p:cNvCxnSpPr>
          <p:nvPr/>
        </p:nvCxnSpPr>
        <p:spPr>
          <a:xfrm flipH="1">
            <a:off x="1617650" y="1094650"/>
            <a:ext cx="735900" cy="40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7"/>
          <p:cNvSpPr/>
          <p:nvPr/>
        </p:nvSpPr>
        <p:spPr>
          <a:xfrm>
            <a:off x="1266825" y="15041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2401175" y="15474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8" name="Google Shape;88;p17"/>
          <p:cNvCxnSpPr>
            <a:stCxn id="84" idx="4"/>
            <a:endCxn id="87" idx="0"/>
          </p:cNvCxnSpPr>
          <p:nvPr/>
        </p:nvCxnSpPr>
        <p:spPr>
          <a:xfrm>
            <a:off x="2353550" y="1094650"/>
            <a:ext cx="398400" cy="4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7"/>
          <p:cNvSpPr/>
          <p:nvPr/>
        </p:nvSpPr>
        <p:spPr>
          <a:xfrm>
            <a:off x="6153175" y="5645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90" name="Google Shape;90;p17"/>
          <p:cNvCxnSpPr>
            <a:stCxn id="89" idx="4"/>
            <a:endCxn id="91" idx="0"/>
          </p:cNvCxnSpPr>
          <p:nvPr/>
        </p:nvCxnSpPr>
        <p:spPr>
          <a:xfrm flipH="1">
            <a:off x="5113375" y="1094650"/>
            <a:ext cx="1390500" cy="5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7"/>
          <p:cNvSpPr/>
          <p:nvPr/>
        </p:nvSpPr>
        <p:spPr>
          <a:xfrm>
            <a:off x="4762525" y="16634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800875" y="1613250"/>
            <a:ext cx="701400" cy="53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93" name="Google Shape;93;p17"/>
          <p:cNvCxnSpPr>
            <a:stCxn id="89" idx="4"/>
            <a:endCxn id="92" idx="0"/>
          </p:cNvCxnSpPr>
          <p:nvPr/>
        </p:nvCxnSpPr>
        <p:spPr>
          <a:xfrm>
            <a:off x="6503875" y="1094650"/>
            <a:ext cx="647700" cy="5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>
            <a:off x="1013125" y="2423675"/>
            <a:ext cx="2852400" cy="1909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059875" y="2423675"/>
            <a:ext cx="10053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860225" y="3802775"/>
            <a:ext cx="10053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605775" y="2758775"/>
            <a:ext cx="3935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h(x(i)) = log (m1x1 + ….. )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