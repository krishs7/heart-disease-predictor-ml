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77c8056d2_0_2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77c8056d2_0_2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77c8056d2_0_2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77c8056d2_0_2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77c8056d2_0_2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77c8056d2_0_2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77c8056d2_0_2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77c8056d2_0_2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77c8056d2_0_2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277c8056d2_0_2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77c8056d2_0_2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77c8056d2_0_2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77c8056d2_0_2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77c8056d2_0_2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77c8056d2_0_2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77c8056d2_0_2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79334ef4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79334ef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56778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2e056778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Code Explanation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Components, Karishab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3390050" y="1410475"/>
            <a:ext cx="2431500" cy="771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Tree</a:t>
            </a:r>
            <a:endParaRPr sz="3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93600" y="3132850"/>
            <a:ext cx="1200300" cy="6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2053950" y="3132850"/>
            <a:ext cx="1990800" cy="6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max_depth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693600" y="3826450"/>
            <a:ext cx="3323400" cy="6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min_samples_leaf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1720200" y="2603050"/>
            <a:ext cx="1270200" cy="44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ree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" name="Google Shape;145;p14"/>
          <p:cNvCxnSpPr>
            <a:stCxn id="140" idx="1"/>
            <a:endCxn id="144" idx="0"/>
          </p:cNvCxnSpPr>
          <p:nvPr/>
        </p:nvCxnSpPr>
        <p:spPr>
          <a:xfrm flipH="1">
            <a:off x="2355350" y="1796275"/>
            <a:ext cx="1034700" cy="806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14"/>
          <p:cNvSpPr txBox="1"/>
          <p:nvPr/>
        </p:nvSpPr>
        <p:spPr>
          <a:xfrm>
            <a:off x="1566425" y="1815800"/>
            <a:ext cx="12702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Variables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428400" y="2938025"/>
            <a:ext cx="1200300" cy="6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	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6788750" y="2938025"/>
            <a:ext cx="1990800" cy="6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predict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" name="Google Shape;149;p14"/>
          <p:cNvCxnSpPr>
            <a:stCxn id="140" idx="3"/>
          </p:cNvCxnSpPr>
          <p:nvPr/>
        </p:nvCxnSpPr>
        <p:spPr>
          <a:xfrm>
            <a:off x="5821550" y="1796275"/>
            <a:ext cx="1363800" cy="1118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4"/>
          <p:cNvSpPr txBox="1"/>
          <p:nvPr/>
        </p:nvSpPr>
        <p:spPr>
          <a:xfrm>
            <a:off x="6636475" y="1815800"/>
            <a:ext cx="16998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Functions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6267925" y="3706200"/>
            <a:ext cx="1270200" cy="44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loss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Fit, Karishab</a:t>
            </a:r>
            <a:endParaRPr/>
          </a:p>
        </p:txBody>
      </p:sp>
      <p:sp>
        <p:nvSpPr>
          <p:cNvPr id="157" name="Google Shape;157;p15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Parameters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  - Feature data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 - Actual results / ground truth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Purpose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Fit the model tree to the data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Returns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Model tree that is fit to data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Dependency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_build_tree 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_build_tree</a:t>
            </a:r>
            <a:r>
              <a:rPr lang="en"/>
              <a:t>, Alby</a:t>
            </a:r>
            <a:endParaRPr/>
          </a:p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Parameters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 - Feature data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 - Actual results / ground truth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Purpose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Recursively create the tree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Returns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 tree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Dependency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_create_node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_split_traverse_node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_create_node</a:t>
            </a:r>
            <a:r>
              <a:rPr lang="en"/>
              <a:t>, Alby</a:t>
            </a:r>
            <a:endParaRPr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Parameters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 - Feature data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 - Actual results / ground truth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</a:t>
            </a:r>
            <a:r>
              <a:rPr lang="en" sz="1500"/>
              <a:t>epth - depth of the tree (maximum number of levels)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</a:t>
            </a:r>
            <a:r>
              <a:rPr lang="en" sz="1500"/>
              <a:t>ontainer  - dictionary containing all nodes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Purpose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Create and train a node and track metadata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Returns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Trained node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Dependencies 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_fit_model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_split_traverse_node, Saikot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Parameters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</a:t>
            </a:r>
            <a:r>
              <a:rPr lang="en" sz="1500"/>
              <a:t>ode - node to be split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</a:t>
            </a:r>
            <a:r>
              <a:rPr lang="en" sz="1500"/>
              <a:t>ontainer - root node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Purpose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Splits the node based on the threshold and feature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Update the node’s metadata based on the split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Returns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 root of the tree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Dependencies 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_splitter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_splitter, Saikot</a:t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Parameters </a:t>
            </a:r>
            <a:endParaRPr sz="17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Node </a:t>
            </a:r>
            <a:r>
              <a:rPr lang="en" sz="1500"/>
              <a:t>- node to be split </a:t>
            </a:r>
            <a:endParaRPr sz="15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m</a:t>
            </a:r>
            <a:r>
              <a:rPr lang="en" sz="1500"/>
              <a:t>odel - model to be used inside the node </a:t>
            </a:r>
            <a:endParaRPr sz="15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m</a:t>
            </a:r>
            <a:r>
              <a:rPr lang="en" sz="1500"/>
              <a:t>ax_depth - maximum levels of tree </a:t>
            </a:r>
            <a:endParaRPr sz="15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m</a:t>
            </a:r>
            <a:r>
              <a:rPr lang="en" sz="1500"/>
              <a:t>in_samples - minimum samples per leaf </a:t>
            </a:r>
            <a:endParaRPr sz="15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Purpose </a:t>
            </a:r>
            <a:endParaRPr sz="17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Iterate through each feature of the dataset </a:t>
            </a:r>
            <a:endParaRPr sz="1500"/>
          </a:p>
          <a:p>
            <a:pPr indent="-316706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0"/>
              <a:t>Determine the threshold based on unique values in the feature </a:t>
            </a:r>
            <a:endParaRPr sz="1500"/>
          </a:p>
          <a:p>
            <a:pPr indent="-316706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0"/>
              <a:t>Train models splitting based on the threshold and track best model </a:t>
            </a:r>
            <a:endParaRPr sz="1500"/>
          </a:p>
          <a:p>
            <a:pPr indent="-316706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Ensure minimum data samples are present per node </a:t>
            </a:r>
            <a:endParaRPr sz="1500"/>
          </a:p>
          <a:p>
            <a:pPr indent="-316706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0"/>
              <a:t>Return best threshold (minimum loss) </a:t>
            </a:r>
            <a:endParaRPr sz="15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Returns </a:t>
            </a:r>
            <a:endParaRPr sz="17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The root of the tree </a:t>
            </a:r>
            <a:endParaRPr sz="15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Dependencies  </a:t>
            </a:r>
            <a:endParaRPr sz="17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_split_data</a:t>
            </a:r>
            <a:endParaRPr sz="17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_fit_model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_split_data, </a:t>
            </a:r>
            <a:r>
              <a:rPr lang="en"/>
              <a:t>Farzaan</a:t>
            </a:r>
            <a:endParaRPr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Parameters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j</a:t>
            </a:r>
            <a:r>
              <a:rPr lang="en" sz="1500"/>
              <a:t>_feature - feature to be split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</a:t>
            </a:r>
            <a:r>
              <a:rPr lang="en" sz="1500"/>
              <a:t>hreshold - value to split data 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 - Feature data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</a:t>
            </a:r>
            <a:r>
              <a:rPr lang="en" sz="1500"/>
              <a:t> - Actual result / ground truth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Purpose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Given a feature and threshold split data into </a:t>
            </a:r>
            <a:r>
              <a:rPr lang="en" sz="1500"/>
              <a:t>values</a:t>
            </a:r>
            <a:r>
              <a:rPr lang="en" sz="1500"/>
              <a:t> greater than and less than the threshold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Returns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 split data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Dependencies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None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Parameters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 - Feature data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</a:t>
            </a:r>
            <a:r>
              <a:rPr lang="en" sz="1500"/>
              <a:t> - Actual result / ground truth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</a:t>
            </a:r>
            <a:r>
              <a:rPr lang="en" sz="1500"/>
              <a:t>_pred - Prediction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Purpose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Given a feature  data predict and get the loss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Loss is just the log loss / mean squared error of the model used for the node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700"/>
              <a:t>Returns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Array of loss with respect to the predictions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700"/>
              <a:t>Dependencies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None</a:t>
            </a:r>
            <a:endParaRPr sz="1500"/>
          </a:p>
        </p:txBody>
      </p:sp>
      <p:sp>
        <p:nvSpPr>
          <p:cNvPr id="193" name="Google Shape;19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loss, Farzaan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1297500" y="1154500"/>
            <a:ext cx="75945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Parameters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 - Feature data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Purpose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Given a feature  data predict the class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700"/>
              <a:t>Returns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Iterate through tree and find node to get prediction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700"/>
              <a:t>Dependencies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None</a:t>
            </a:r>
            <a:endParaRPr sz="1500"/>
          </a:p>
        </p:txBody>
      </p:sp>
      <p:sp>
        <p:nvSpPr>
          <p:cNvPr id="199" name="Google Shape;19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Tree - Functions: predict, Saikot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/>
        </p:nvSpPr>
        <p:spPr>
          <a:xfrm>
            <a:off x="2471750" y="1314350"/>
            <a:ext cx="467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 For Your Time!</a:t>
            </a:r>
            <a:endParaRPr/>
          </a:p>
        </p:txBody>
      </p:sp>
      <p:pic>
        <p:nvPicPr>
          <p:cNvPr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875" y="1868450"/>
            <a:ext cx="2970249" cy="297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